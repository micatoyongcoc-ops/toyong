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embedTrueTypeFonts="1" saveSubsetFonts="1" strictFirstAndLastChars="0">
  <p:sldMasterIdLst>
    <p:sldMasterId id="2147483665" r:id="rId1"/>
  </p:sldMasterIdLst>
  <p:notesMasterIdLst>
    <p:notesMasterId r:id="rId2"/>
  </p:notesMasterIdLst>
  <p:sldIdLst>
    <p:sldId id="280" r:id="rId3"/>
    <p:sldId id="281" r:id="rId4"/>
    <p:sldId id="282" r:id="rId5"/>
    <p:sldId id="283" r:id="rId6"/>
    <p:sldId id="284" r:id="rId7"/>
    <p:sldId id="285" r:id="rId8"/>
    <p:sldId id="286" r:id="rId9"/>
    <p:sldId id="287" r:id="rId10"/>
    <p:sldId id="288" r:id="rId11"/>
    <p:sldId id="289" r:id="rId12"/>
    <p:sldId id="291" r:id="rId13"/>
  </p:sldIdLst>
  <p:sldSz type="screen16x9" cy="6858000" cx="12192000"/>
  <p:notesSz cx="6858000" cy="9144000"/>
  <p:embeddedFontLst>
    <p:embeddedFont>
      <p:font typeface="Century Gothic"/>
      <p:regular r:id="rId14"/>
      <p:bold r:id="rId15"/>
      <p:italic r:id="rId16"/>
      <p:boldItalic r:id="rId17"/>
    </p:embeddedFont>
  </p:embeddedFontLst>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5987" autoAdjust="0"/>
    <p:restoredTop sz="94660"/>
  </p:normalViewPr>
  <p:slideViewPr>
    <p:cSldViewPr>
      <p:cViewPr varScale="1">
        <p:scale>
          <a:sx n="116" d="100"/>
          <a:sy n="116" d="100"/>
        </p:scale>
        <p:origin x="1446" y="10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tableStyles" Target="tableStyles.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81" name="Shape 2"/>
        <p:cNvGrpSpPr/>
        <p:nvPr/>
      </p:nvGrpSpPr>
      <p:grpSpPr>
        <a:xfrm>
          <a:off x="0" y="0"/>
          <a:ext cx="0" cy="0"/>
          <a:chOff x="0" y="0"/>
          <a:chExt cx="0" cy="0"/>
        </a:xfrm>
      </p:grpSpPr>
      <p:sp>
        <p:nvSpPr>
          <p:cNvPr id="1048752" name="Google Shape;3;n"/>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753" name="Google Shape;4;n"/>
          <p:cNvSpPr txBox="1"/>
          <p:nvPr>
            <p:ph type="body" idx="1"/>
          </p:nvPr>
        </p:nvSpPr>
        <p:spPr>
          <a:xfrm>
            <a:off x="685800" y="4343400"/>
            <a:ext cx="5486400" cy="4114800"/>
          </a:xfrm>
          <a:prstGeom prst="rect"/>
          <a:noFill/>
          <a:ln>
            <a:noFill/>
          </a:ln>
        </p:spPr>
        <p:txBody>
          <a:bodyPr anchor="t" anchorCtr="0" bIns="91425" lIns="91425" rIns="91425" spcFirstLastPara="1" tIns="91425" wrap="square">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hlink="hlink" folHlink="folHlink"/>
  <p:notes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 name="Shape 160"/>
        <p:cNvGrpSpPr/>
        <p:nvPr/>
      </p:nvGrpSpPr>
      <p:grpSpPr>
        <a:xfrm>
          <a:off x="0" y="0"/>
          <a:ext cx="0" cy="0"/>
          <a:chOff x="0" y="0"/>
          <a:chExt cx="0" cy="0"/>
        </a:xfrm>
      </p:grpSpPr>
      <p:sp>
        <p:nvSpPr>
          <p:cNvPr id="1048614" name="Google Shape;161;p1: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15" name="Google Shape;162;p1: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 name="Shape 166"/>
        <p:cNvGrpSpPr/>
        <p:nvPr/>
      </p:nvGrpSpPr>
      <p:grpSpPr>
        <a:xfrm>
          <a:off x="0" y="0"/>
          <a:ext cx="0" cy="0"/>
          <a:chOff x="0" y="0"/>
          <a:chExt cx="0" cy="0"/>
        </a:xfrm>
      </p:grpSpPr>
      <p:sp>
        <p:nvSpPr>
          <p:cNvPr id="1048624" name="Google Shape;167;p2: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25" name="Google Shape;168;p2: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 name="Shape 172"/>
        <p:cNvGrpSpPr/>
        <p:nvPr/>
      </p:nvGrpSpPr>
      <p:grpSpPr>
        <a:xfrm>
          <a:off x="0" y="0"/>
          <a:ext cx="0" cy="0"/>
          <a:chOff x="0" y="0"/>
          <a:chExt cx="0" cy="0"/>
        </a:xfrm>
      </p:grpSpPr>
      <p:sp>
        <p:nvSpPr>
          <p:cNvPr id="1048628" name="Google Shape;173;p3: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29" name="Google Shape;174;p3: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 name="Shape 178"/>
        <p:cNvGrpSpPr/>
        <p:nvPr/>
      </p:nvGrpSpPr>
      <p:grpSpPr>
        <a:xfrm>
          <a:off x="0" y="0"/>
          <a:ext cx="0" cy="0"/>
          <a:chOff x="0" y="0"/>
          <a:chExt cx="0" cy="0"/>
        </a:xfrm>
      </p:grpSpPr>
      <p:sp>
        <p:nvSpPr>
          <p:cNvPr id="1048632" name="Google Shape;179;p4: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33" name="Google Shape;180;p4: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 name="Shape 184"/>
        <p:cNvGrpSpPr/>
        <p:nvPr/>
      </p:nvGrpSpPr>
      <p:grpSpPr>
        <a:xfrm>
          <a:off x="0" y="0"/>
          <a:ext cx="0" cy="0"/>
          <a:chOff x="0" y="0"/>
          <a:chExt cx="0" cy="0"/>
        </a:xfrm>
      </p:grpSpPr>
      <p:sp>
        <p:nvSpPr>
          <p:cNvPr id="1048636" name="Google Shape;185;p5: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37" name="Google Shape;186;p5: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1" name="Shape 190"/>
        <p:cNvGrpSpPr/>
        <p:nvPr/>
      </p:nvGrpSpPr>
      <p:grpSpPr>
        <a:xfrm>
          <a:off x="0" y="0"/>
          <a:ext cx="0" cy="0"/>
          <a:chOff x="0" y="0"/>
          <a:chExt cx="0" cy="0"/>
        </a:xfrm>
      </p:grpSpPr>
      <p:sp>
        <p:nvSpPr>
          <p:cNvPr id="1048640" name="Google Shape;191;p6: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41" name="Google Shape;192;p6: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 name="Shape 196"/>
        <p:cNvGrpSpPr/>
        <p:nvPr/>
      </p:nvGrpSpPr>
      <p:grpSpPr>
        <a:xfrm>
          <a:off x="0" y="0"/>
          <a:ext cx="0" cy="0"/>
          <a:chOff x="0" y="0"/>
          <a:chExt cx="0" cy="0"/>
        </a:xfrm>
      </p:grpSpPr>
      <p:sp>
        <p:nvSpPr>
          <p:cNvPr id="1048644" name="Google Shape;197;p7: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45" name="Google Shape;198;p7: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7" name="Shape 202"/>
        <p:cNvGrpSpPr/>
        <p:nvPr/>
      </p:nvGrpSpPr>
      <p:grpSpPr>
        <a:xfrm>
          <a:off x="0" y="0"/>
          <a:ext cx="0" cy="0"/>
          <a:chOff x="0" y="0"/>
          <a:chExt cx="0" cy="0"/>
        </a:xfrm>
      </p:grpSpPr>
      <p:sp>
        <p:nvSpPr>
          <p:cNvPr id="1048647" name="Google Shape;203;p8: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48" name="Google Shape;204;p8: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 name="Shape 207"/>
        <p:cNvGrpSpPr/>
        <p:nvPr/>
      </p:nvGrpSpPr>
      <p:grpSpPr>
        <a:xfrm>
          <a:off x="0" y="0"/>
          <a:ext cx="0" cy="0"/>
          <a:chOff x="0" y="0"/>
          <a:chExt cx="0" cy="0"/>
        </a:xfrm>
      </p:grpSpPr>
      <p:sp>
        <p:nvSpPr>
          <p:cNvPr id="1048650" name="Google Shape;208;p9: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51" name="Google Shape;209;p9: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 name="Shape 212"/>
        <p:cNvGrpSpPr/>
        <p:nvPr/>
      </p:nvGrpSpPr>
      <p:grpSpPr>
        <a:xfrm>
          <a:off x="0" y="0"/>
          <a:ext cx="0" cy="0"/>
          <a:chOff x="0" y="0"/>
          <a:chExt cx="0" cy="0"/>
        </a:xfrm>
      </p:grpSpPr>
      <p:sp>
        <p:nvSpPr>
          <p:cNvPr id="1048653" name="Google Shape;213;p10: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54" name="Google Shape;214;p10: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 name="Shape 217"/>
        <p:cNvGrpSpPr/>
        <p:nvPr/>
      </p:nvGrpSpPr>
      <p:grpSpPr>
        <a:xfrm>
          <a:off x="0" y="0"/>
          <a:ext cx="0" cy="0"/>
          <a:chOff x="0" y="0"/>
          <a:chExt cx="0" cy="0"/>
        </a:xfrm>
      </p:grpSpPr>
      <p:sp>
        <p:nvSpPr>
          <p:cNvPr id="1048656" name="Google Shape;218;p11:notes"/>
          <p:cNvSpPr txBox="1"/>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r>
              <a:t/>
            </a:r>
          </a:p>
        </p:txBody>
      </p:sp>
      <p:sp>
        <p:nvSpPr>
          <p:cNvPr id="1048657" name="Google Shape;219;p11:notes"/>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31" name="Shape 38"/>
        <p:cNvGrpSpPr/>
        <p:nvPr/>
      </p:nvGrpSpPr>
      <p:grpSpPr>
        <a:xfrm>
          <a:off x="0" y="0"/>
          <a:ext cx="0" cy="0"/>
          <a:chOff x="0" y="0"/>
          <a:chExt cx="0" cy="0"/>
        </a:xfrm>
      </p:grpSpPr>
      <p:sp>
        <p:nvSpPr>
          <p:cNvPr id="1048606" name="Google Shape;39;p13"/>
          <p:cNvSpPr txBox="1"/>
          <p:nvPr>
            <p:ph type="ctrTitle"/>
          </p:nvPr>
        </p:nvSpPr>
        <p:spPr>
          <a:xfrm>
            <a:off x="2589213" y="2514600"/>
            <a:ext cx="8915399" cy="2262781"/>
          </a:xfrm>
          <a:prstGeom prst="rect"/>
          <a:noFill/>
          <a:ln>
            <a:noFill/>
          </a:ln>
        </p:spPr>
        <p:txBody>
          <a:bodyPr anchor="b" anchorCtr="0" bIns="45700" lIns="91425" rIns="91425" spcFirstLastPara="1" tIns="45700" wrap="square">
            <a:normAutofit/>
          </a:bodyPr>
          <a:lstStyle>
            <a:lvl1pPr algn="l" lvl="0">
              <a:spcBef>
                <a:spcPts val="0"/>
              </a:spcBef>
              <a:spcAft>
                <a:spcPts val="0"/>
              </a:spcAft>
              <a:buClr>
                <a:srgbClr val="262626"/>
              </a:buClr>
              <a:buSzPts val="5400"/>
              <a:buFont typeface="Century Gothic"/>
              <a:buNone/>
              <a:defRPr sz="5400"/>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07" name="Google Shape;40;p13"/>
          <p:cNvSpPr txBox="1"/>
          <p:nvPr>
            <p:ph type="subTitle" idx="1"/>
          </p:nvPr>
        </p:nvSpPr>
        <p:spPr>
          <a:xfrm>
            <a:off x="2589213" y="4777379"/>
            <a:ext cx="8915399" cy="1126283"/>
          </a:xfrm>
          <a:prstGeom prst="rect"/>
          <a:noFill/>
          <a:ln>
            <a:noFill/>
          </a:ln>
        </p:spPr>
        <p:txBody>
          <a:bodyPr anchor="t" anchorCtr="0" bIns="45700" lIns="91425" rIns="91425" spcFirstLastPara="1" tIns="45700" wrap="square">
            <a:normAutofit/>
          </a:bodyPr>
          <a:lstStyle>
            <a:lvl1pPr algn="l" lvl="0">
              <a:spcBef>
                <a:spcPts val="1000"/>
              </a:spcBef>
              <a:spcAft>
                <a:spcPts val="0"/>
              </a:spcAft>
              <a:buSzPts val="1800"/>
              <a:buNone/>
              <a:defRPr>
                <a:solidFill>
                  <a:srgbClr val="595959"/>
                </a:solidFill>
              </a:defRPr>
            </a:lvl1pPr>
            <a:lvl2pPr algn="ctr" lvl="1">
              <a:spcBef>
                <a:spcPts val="1000"/>
              </a:spcBef>
              <a:spcAft>
                <a:spcPts val="0"/>
              </a:spcAft>
              <a:buSzPts val="1600"/>
              <a:buNone/>
              <a:defRPr>
                <a:solidFill>
                  <a:srgbClr val="888888"/>
                </a:solidFill>
              </a:defRPr>
            </a:lvl2pPr>
            <a:lvl3pPr algn="ctr" lvl="2">
              <a:spcBef>
                <a:spcPts val="1000"/>
              </a:spcBef>
              <a:spcAft>
                <a:spcPts val="0"/>
              </a:spcAft>
              <a:buSzPts val="1400"/>
              <a:buNone/>
              <a:defRPr>
                <a:solidFill>
                  <a:srgbClr val="888888"/>
                </a:solidFill>
              </a:defRPr>
            </a:lvl3pPr>
            <a:lvl4pPr algn="ctr" lvl="3">
              <a:spcBef>
                <a:spcPts val="1000"/>
              </a:spcBef>
              <a:spcAft>
                <a:spcPts val="0"/>
              </a:spcAft>
              <a:buSzPts val="1200"/>
              <a:buNone/>
              <a:defRPr>
                <a:solidFill>
                  <a:srgbClr val="888888"/>
                </a:solidFill>
              </a:defRPr>
            </a:lvl4pPr>
            <a:lvl5pPr algn="ctr" lvl="4">
              <a:spcBef>
                <a:spcPts val="1000"/>
              </a:spcBef>
              <a:spcAft>
                <a:spcPts val="0"/>
              </a:spcAft>
              <a:buSzPts val="1200"/>
              <a:buNone/>
              <a:defRPr>
                <a:solidFill>
                  <a:srgbClr val="888888"/>
                </a:solidFill>
              </a:defRPr>
            </a:lvl5pPr>
            <a:lvl6pPr algn="ctr" lvl="5">
              <a:spcBef>
                <a:spcPts val="1000"/>
              </a:spcBef>
              <a:spcAft>
                <a:spcPts val="0"/>
              </a:spcAft>
              <a:buSzPts val="1200"/>
              <a:buNone/>
              <a:defRPr>
                <a:solidFill>
                  <a:srgbClr val="888888"/>
                </a:solidFill>
              </a:defRPr>
            </a:lvl6pPr>
            <a:lvl7pPr algn="ctr" lvl="6">
              <a:spcBef>
                <a:spcPts val="1000"/>
              </a:spcBef>
              <a:spcAft>
                <a:spcPts val="0"/>
              </a:spcAft>
              <a:buSzPts val="1200"/>
              <a:buNone/>
              <a:defRPr>
                <a:solidFill>
                  <a:srgbClr val="888888"/>
                </a:solidFill>
              </a:defRPr>
            </a:lvl7pPr>
            <a:lvl8pPr algn="ctr" lvl="7">
              <a:spcBef>
                <a:spcPts val="1000"/>
              </a:spcBef>
              <a:spcAft>
                <a:spcPts val="0"/>
              </a:spcAft>
              <a:buSzPts val="1200"/>
              <a:buNone/>
              <a:defRPr>
                <a:solidFill>
                  <a:srgbClr val="888888"/>
                </a:solidFill>
              </a:defRPr>
            </a:lvl8pPr>
            <a:lvl9pPr algn="ctr" lvl="8">
              <a:spcBef>
                <a:spcPts val="1000"/>
              </a:spcBef>
              <a:spcAft>
                <a:spcPts val="0"/>
              </a:spcAft>
              <a:buSzPts val="1200"/>
              <a:buNone/>
              <a:defRPr>
                <a:solidFill>
                  <a:srgbClr val="888888"/>
                </a:solidFill>
              </a:defRPr>
            </a:lvl9pPr>
          </a:lstStyle>
          <a:p/>
        </p:txBody>
      </p:sp>
      <p:sp>
        <p:nvSpPr>
          <p:cNvPr id="1048608" name="Google Shape;41;p13"/>
          <p:cNvSpPr txBox="1"/>
          <p:nvPr>
            <p:ph type="dt" idx="10"/>
          </p:nvPr>
        </p:nvSpPr>
        <p:spPr>
          <a:xfrm>
            <a:off x="10361612" y="6130437"/>
            <a:ext cx="1146283" cy="370396"/>
          </a:xfrm>
          <a:prstGeom prst="rect"/>
          <a:noFill/>
          <a:ln>
            <a:noFill/>
          </a:ln>
        </p:spPr>
        <p:txBody>
          <a:bodyPr anchor="ctr" anchorCtr="0" bIns="45700" lIns="91425" rIns="91425" spcFirstLastPara="1" tIns="45700" wrap="square">
            <a:noAutofit/>
          </a:bodyPr>
          <a:lstStyle>
            <a:lvl1pPr algn="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09" name="Google Shape;42;p13"/>
          <p:cNvSpPr txBox="1"/>
          <p:nvPr>
            <p:ph type="ftr" idx="11"/>
          </p:nvPr>
        </p:nvSpPr>
        <p:spPr>
          <a:xfrm>
            <a:off x="2589212" y="6135808"/>
            <a:ext cx="7619999"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10" name="Google Shape;43;p13"/>
          <p:cNvSpPr/>
          <p:nvPr/>
        </p:nvSpPr>
        <p:spPr>
          <a:xfrm>
            <a:off x="0" y="4323810"/>
            <a:ext cx="1744652" cy="778589"/>
          </a:xfrm>
          <a:custGeom>
            <a:avLst/>
            <a:ahLst/>
            <a:rect l="l" t="t" r="r" b="b"/>
            <a:pathLst>
              <a:path w="372" h="166" extrusionOk="0">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611" name="Google Shape;44;p13"/>
          <p:cNvSpPr txBox="1"/>
          <p:nvPr>
            <p:ph type="sldNum" idx="12"/>
          </p:nvPr>
        </p:nvSpPr>
        <p:spPr>
          <a:xfrm>
            <a:off x="531812" y="4529540"/>
            <a:ext cx="779767"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PH"/>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36" name="Shape 45"/>
        <p:cNvGrpSpPr/>
        <p:nvPr/>
      </p:nvGrpSpPr>
      <p:grpSpPr>
        <a:xfrm>
          <a:off x="0" y="0"/>
          <a:ext cx="0" cy="0"/>
          <a:chOff x="0" y="0"/>
          <a:chExt cx="0" cy="0"/>
        </a:xfrm>
      </p:grpSpPr>
      <p:sp>
        <p:nvSpPr>
          <p:cNvPr id="1048616" name="Google Shape;46;p14"/>
          <p:cNvSpPr txBox="1"/>
          <p:nvPr>
            <p:ph type="title"/>
          </p:nvPr>
        </p:nvSpPr>
        <p:spPr>
          <a:xfrm>
            <a:off x="2592925" y="624110"/>
            <a:ext cx="8911687" cy="1280890"/>
          </a:xfrm>
          <a:prstGeom prst="rect"/>
          <a:noFill/>
          <a:ln>
            <a:noFill/>
          </a:ln>
        </p:spPr>
        <p:txBody>
          <a:bodyPr anchor="t" anchorCtr="0" bIns="45700" lIns="91425" rIns="91425" spcFirstLastPara="1" tIns="45700" wrap="square">
            <a:normAutofit/>
          </a:bodyPr>
          <a:lstStyle>
            <a:lvl1pPr algn="l" lvl="0">
              <a:spcBef>
                <a:spcPts val="0"/>
              </a:spcBef>
              <a:spcAft>
                <a:spcPts val="0"/>
              </a:spcAft>
              <a:buClr>
                <a:srgbClr val="262626"/>
              </a:buClr>
              <a:buSzPts val="18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17" name="Google Shape;47;p14"/>
          <p:cNvSpPr txBox="1"/>
          <p:nvPr>
            <p:ph type="body" idx="1"/>
          </p:nvPr>
        </p:nvSpPr>
        <p:spPr>
          <a:xfrm>
            <a:off x="2589212" y="2133600"/>
            <a:ext cx="8915400" cy="3777622"/>
          </a:xfrm>
          <a:prstGeom prst="rect"/>
          <a:noFill/>
          <a:ln>
            <a:noFill/>
          </a:ln>
        </p:spPr>
        <p:txBody>
          <a:bodyPr anchor="t" anchorCtr="0" bIns="45700" lIns="91425" rIns="91425" spcFirstLastPara="1" tIns="45700" wrap="square">
            <a:normAutofit/>
          </a:bodyPr>
          <a:lstStyle>
            <a:lvl1pPr algn="l" indent="-342900" lvl="0" marL="457200">
              <a:spcBef>
                <a:spcPts val="1000"/>
              </a:spcBef>
              <a:spcAft>
                <a:spcPts val="0"/>
              </a:spcAft>
              <a:buSzPts val="1800"/>
              <a:buChar char="?"/>
            </a:lvl1pPr>
            <a:lvl2pPr algn="l" indent="-342900" lvl="1" marL="914400">
              <a:spcBef>
                <a:spcPts val="1000"/>
              </a:spcBef>
              <a:spcAft>
                <a:spcPts val="0"/>
              </a:spcAft>
              <a:buSzPts val="1800"/>
              <a:buChar char="?"/>
            </a:lvl2pPr>
            <a:lvl3pPr algn="l" indent="-342900" lvl="2" marL="1371600">
              <a:spcBef>
                <a:spcPts val="1000"/>
              </a:spcBef>
              <a:spcAft>
                <a:spcPts val="0"/>
              </a:spcAft>
              <a:buSzPts val="1800"/>
              <a:buChar char="?"/>
            </a:lvl3pPr>
            <a:lvl4pPr algn="l" indent="-342900" lvl="3" marL="1828800">
              <a:spcBef>
                <a:spcPts val="1000"/>
              </a:spcBef>
              <a:spcAft>
                <a:spcPts val="0"/>
              </a:spcAft>
              <a:buSzPts val="1800"/>
              <a:buChar char="?"/>
            </a:lvl4pPr>
            <a:lvl5pPr algn="l" indent="-342900" lvl="4" marL="2286000">
              <a:spcBef>
                <a:spcPts val="1000"/>
              </a:spcBef>
              <a:spcAft>
                <a:spcPts val="0"/>
              </a:spcAft>
              <a:buSzPts val="1800"/>
              <a:buChar char="?"/>
            </a:lvl5pPr>
            <a:lvl6pPr algn="l" indent="-342900" lvl="5" marL="2743200">
              <a:spcBef>
                <a:spcPts val="1000"/>
              </a:spcBef>
              <a:spcAft>
                <a:spcPts val="0"/>
              </a:spcAft>
              <a:buSzPts val="1800"/>
              <a:buChar char="?"/>
            </a:lvl6pPr>
            <a:lvl7pPr algn="l" indent="-342900" lvl="6" marL="3200400">
              <a:spcBef>
                <a:spcPts val="1000"/>
              </a:spcBef>
              <a:spcAft>
                <a:spcPts val="0"/>
              </a:spcAft>
              <a:buSzPts val="1800"/>
              <a:buChar char="?"/>
            </a:lvl7pPr>
            <a:lvl8pPr algn="l" indent="-342900" lvl="7" marL="3657600">
              <a:spcBef>
                <a:spcPts val="1000"/>
              </a:spcBef>
              <a:spcAft>
                <a:spcPts val="0"/>
              </a:spcAft>
              <a:buSzPts val="1800"/>
              <a:buChar char="?"/>
            </a:lvl8pPr>
            <a:lvl9pPr algn="l" indent="-342900" lvl="8" marL="4114800">
              <a:spcBef>
                <a:spcPts val="1000"/>
              </a:spcBef>
              <a:spcAft>
                <a:spcPts val="0"/>
              </a:spcAft>
              <a:buSzPts val="1800"/>
              <a:buChar char="?"/>
            </a:lvl9pPr>
          </a:lstStyle>
          <a:p/>
        </p:txBody>
      </p:sp>
      <p:sp>
        <p:nvSpPr>
          <p:cNvPr id="1048618" name="Google Shape;48;p14"/>
          <p:cNvSpPr txBox="1"/>
          <p:nvPr>
            <p:ph type="dt" idx="10"/>
          </p:nvPr>
        </p:nvSpPr>
        <p:spPr>
          <a:xfrm>
            <a:off x="10361612" y="6130437"/>
            <a:ext cx="1146283" cy="370396"/>
          </a:xfrm>
          <a:prstGeom prst="rect"/>
          <a:noFill/>
          <a:ln>
            <a:noFill/>
          </a:ln>
        </p:spPr>
        <p:txBody>
          <a:bodyPr anchor="ctr" anchorCtr="0" bIns="45700" lIns="91425" rIns="91425" spcFirstLastPara="1" tIns="45700" wrap="square">
            <a:noAutofit/>
          </a:bodyPr>
          <a:lstStyle>
            <a:lvl1pPr algn="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19" name="Google Shape;49;p14"/>
          <p:cNvSpPr txBox="1"/>
          <p:nvPr>
            <p:ph type="ftr" idx="11"/>
          </p:nvPr>
        </p:nvSpPr>
        <p:spPr>
          <a:xfrm>
            <a:off x="2589212" y="6135808"/>
            <a:ext cx="7619999"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20" name="Google Shape;50;p14"/>
          <p:cNvSpPr/>
          <p:nvPr/>
        </p:nvSpPr>
        <p:spPr>
          <a:xfrm rot="10800000" flipH="1">
            <a:off x="-4189" y="714375"/>
            <a:ext cx="1588527" cy="507297"/>
          </a:xfrm>
          <a:custGeom>
            <a:avLst/>
            <a:ah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621" name="Google Shape;51;p14"/>
          <p:cNvSpPr txBox="1"/>
          <p:nvPr>
            <p:ph type="sldNum" idx="12"/>
          </p:nvPr>
        </p:nvSpPr>
        <p:spPr>
          <a:xfrm>
            <a:off x="531812" y="787782"/>
            <a:ext cx="779767"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PH"/>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72" name="Shape 52"/>
        <p:cNvGrpSpPr/>
        <p:nvPr/>
      </p:nvGrpSpPr>
      <p:grpSpPr>
        <a:xfrm>
          <a:off x="0" y="0"/>
          <a:ext cx="0" cy="0"/>
          <a:chOff x="0" y="0"/>
          <a:chExt cx="0" cy="0"/>
        </a:xfrm>
      </p:grpSpPr>
      <p:sp>
        <p:nvSpPr>
          <p:cNvPr id="1048694" name="Google Shape;53;p15"/>
          <p:cNvSpPr txBox="1"/>
          <p:nvPr>
            <p:ph type="title"/>
          </p:nvPr>
        </p:nvSpPr>
        <p:spPr>
          <a:xfrm>
            <a:off x="2589212" y="2058750"/>
            <a:ext cx="8915399" cy="1468800"/>
          </a:xfrm>
          <a:prstGeom prst="rect"/>
          <a:noFill/>
          <a:ln>
            <a:noFill/>
          </a:ln>
        </p:spPr>
        <p:txBody>
          <a:bodyPr anchor="b" anchorCtr="0" bIns="45700" lIns="91425" rIns="91425" spcFirstLastPara="1" tIns="45700" wrap="square">
            <a:normAutofit/>
          </a:bodyPr>
          <a:lstStyle>
            <a:lvl1pPr algn="l" lvl="0">
              <a:spcBef>
                <a:spcPts val="0"/>
              </a:spcBef>
              <a:spcAft>
                <a:spcPts val="0"/>
              </a:spcAft>
              <a:buClr>
                <a:srgbClr val="262626"/>
              </a:buClr>
              <a:buSzPts val="4000"/>
              <a:buFont typeface="Century Gothic"/>
              <a:buNone/>
              <a:defRPr b="0" cap="none" sz="4000"/>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95" name="Google Shape;54;p15"/>
          <p:cNvSpPr txBox="1"/>
          <p:nvPr>
            <p:ph type="body" idx="1"/>
          </p:nvPr>
        </p:nvSpPr>
        <p:spPr>
          <a:xfrm>
            <a:off x="2589212" y="3530129"/>
            <a:ext cx="8915399" cy="860400"/>
          </a:xfrm>
          <a:prstGeom prst="rect"/>
          <a:noFill/>
          <a:ln>
            <a:noFill/>
          </a:ln>
        </p:spPr>
        <p:txBody>
          <a:bodyPr anchor="t" anchorCtr="0" bIns="45700" lIns="91425" rIns="91425" spcFirstLastPara="1" tIns="45700" wrap="square">
            <a:normAutofit/>
          </a:bodyPr>
          <a:lstStyle>
            <a:lvl1pPr algn="l" indent="-228600" lvl="0" marL="457200">
              <a:spcBef>
                <a:spcPts val="1000"/>
              </a:spcBef>
              <a:spcAft>
                <a:spcPts val="0"/>
              </a:spcAft>
              <a:buSzPts val="2000"/>
              <a:buNone/>
              <a:defRPr sz="2000">
                <a:solidFill>
                  <a:srgbClr val="595959"/>
                </a:solidFill>
              </a:defRPr>
            </a:lvl1pPr>
            <a:lvl2pPr algn="l" indent="-228600" lvl="1" marL="914400">
              <a:spcBef>
                <a:spcPts val="1000"/>
              </a:spcBef>
              <a:spcAft>
                <a:spcPts val="0"/>
              </a:spcAft>
              <a:buSzPts val="1800"/>
              <a:buNone/>
              <a:defRPr sz="1800">
                <a:solidFill>
                  <a:srgbClr val="888888"/>
                </a:solidFill>
              </a:defRPr>
            </a:lvl2pPr>
            <a:lvl3pPr algn="l" indent="-228600" lvl="2" marL="1371600">
              <a:spcBef>
                <a:spcPts val="1000"/>
              </a:spcBef>
              <a:spcAft>
                <a:spcPts val="0"/>
              </a:spcAft>
              <a:buSzPts val="1600"/>
              <a:buNone/>
              <a:defRPr sz="1600">
                <a:solidFill>
                  <a:srgbClr val="888888"/>
                </a:solidFill>
              </a:defRPr>
            </a:lvl3pPr>
            <a:lvl4pPr algn="l" indent="-228600" lvl="3" marL="1828800">
              <a:spcBef>
                <a:spcPts val="1000"/>
              </a:spcBef>
              <a:spcAft>
                <a:spcPts val="0"/>
              </a:spcAft>
              <a:buSzPts val="1400"/>
              <a:buNone/>
              <a:defRPr sz="1400">
                <a:solidFill>
                  <a:srgbClr val="888888"/>
                </a:solidFill>
              </a:defRPr>
            </a:lvl4pPr>
            <a:lvl5pPr algn="l" indent="-228600" lvl="4" marL="2286000">
              <a:spcBef>
                <a:spcPts val="1000"/>
              </a:spcBef>
              <a:spcAft>
                <a:spcPts val="0"/>
              </a:spcAft>
              <a:buSzPts val="1400"/>
              <a:buNone/>
              <a:defRPr sz="1400">
                <a:solidFill>
                  <a:srgbClr val="888888"/>
                </a:solidFill>
              </a:defRPr>
            </a:lvl5pPr>
            <a:lvl6pPr algn="l" indent="-228600" lvl="5" marL="2743200">
              <a:spcBef>
                <a:spcPts val="1000"/>
              </a:spcBef>
              <a:spcAft>
                <a:spcPts val="0"/>
              </a:spcAft>
              <a:buSzPts val="1400"/>
              <a:buNone/>
              <a:defRPr sz="1400">
                <a:solidFill>
                  <a:srgbClr val="888888"/>
                </a:solidFill>
              </a:defRPr>
            </a:lvl6pPr>
            <a:lvl7pPr algn="l" indent="-228600" lvl="6" marL="3200400">
              <a:spcBef>
                <a:spcPts val="1000"/>
              </a:spcBef>
              <a:spcAft>
                <a:spcPts val="0"/>
              </a:spcAft>
              <a:buSzPts val="1400"/>
              <a:buNone/>
              <a:defRPr sz="1400">
                <a:solidFill>
                  <a:srgbClr val="888888"/>
                </a:solidFill>
              </a:defRPr>
            </a:lvl7pPr>
            <a:lvl8pPr algn="l" indent="-228600" lvl="7" marL="3657600">
              <a:spcBef>
                <a:spcPts val="1000"/>
              </a:spcBef>
              <a:spcAft>
                <a:spcPts val="0"/>
              </a:spcAft>
              <a:buSzPts val="1400"/>
              <a:buNone/>
              <a:defRPr sz="1400">
                <a:solidFill>
                  <a:srgbClr val="888888"/>
                </a:solidFill>
              </a:defRPr>
            </a:lvl8pPr>
            <a:lvl9pPr algn="l" indent="-228600" lvl="8" marL="4114800">
              <a:spcBef>
                <a:spcPts val="1000"/>
              </a:spcBef>
              <a:spcAft>
                <a:spcPts val="0"/>
              </a:spcAft>
              <a:buSzPts val="1400"/>
              <a:buNone/>
              <a:defRPr sz="1400">
                <a:solidFill>
                  <a:srgbClr val="888888"/>
                </a:solidFill>
              </a:defRPr>
            </a:lvl9pPr>
          </a:lstStyle>
          <a:p/>
        </p:txBody>
      </p:sp>
      <p:sp>
        <p:nvSpPr>
          <p:cNvPr id="1048696" name="Google Shape;55;p15"/>
          <p:cNvSpPr txBox="1"/>
          <p:nvPr>
            <p:ph type="dt" idx="10"/>
          </p:nvPr>
        </p:nvSpPr>
        <p:spPr>
          <a:xfrm>
            <a:off x="10361612" y="6130437"/>
            <a:ext cx="1146283" cy="370396"/>
          </a:xfrm>
          <a:prstGeom prst="rect"/>
          <a:noFill/>
          <a:ln>
            <a:noFill/>
          </a:ln>
        </p:spPr>
        <p:txBody>
          <a:bodyPr anchor="ctr" anchorCtr="0" bIns="45700" lIns="91425" rIns="91425" spcFirstLastPara="1" tIns="45700" wrap="square">
            <a:noAutofit/>
          </a:bodyPr>
          <a:lstStyle>
            <a:lvl1pPr algn="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97" name="Google Shape;56;p15"/>
          <p:cNvSpPr txBox="1"/>
          <p:nvPr>
            <p:ph type="ftr" idx="11"/>
          </p:nvPr>
        </p:nvSpPr>
        <p:spPr>
          <a:xfrm>
            <a:off x="2589212" y="6135808"/>
            <a:ext cx="7619999"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98" name="Google Shape;57;p15"/>
          <p:cNvSpPr/>
          <p:nvPr/>
        </p:nvSpPr>
        <p:spPr>
          <a:xfrm rot="10800000" flipH="1">
            <a:off x="-4189" y="3178175"/>
            <a:ext cx="1588527" cy="507297"/>
          </a:xfrm>
          <a:custGeom>
            <a:avLst/>
            <a:ah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699" name="Google Shape;58;p15"/>
          <p:cNvSpPr txBox="1"/>
          <p:nvPr>
            <p:ph type="sldNum" idx="12"/>
          </p:nvPr>
        </p:nvSpPr>
        <p:spPr>
          <a:xfrm>
            <a:off x="531812" y="3244139"/>
            <a:ext cx="779767"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PH"/>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77" name="Shape 59"/>
        <p:cNvGrpSpPr/>
        <p:nvPr/>
      </p:nvGrpSpPr>
      <p:grpSpPr>
        <a:xfrm>
          <a:off x="0" y="0"/>
          <a:ext cx="0" cy="0"/>
          <a:chOff x="0" y="0"/>
          <a:chExt cx="0" cy="0"/>
        </a:xfrm>
      </p:grpSpPr>
      <p:sp>
        <p:nvSpPr>
          <p:cNvPr id="1048725" name="Google Shape;60;p16"/>
          <p:cNvSpPr txBox="1"/>
          <p:nvPr>
            <p:ph type="title"/>
          </p:nvPr>
        </p:nvSpPr>
        <p:spPr>
          <a:xfrm>
            <a:off x="2592924" y="624110"/>
            <a:ext cx="8911687" cy="1280890"/>
          </a:xfrm>
          <a:prstGeom prst="rect"/>
          <a:noFill/>
          <a:ln>
            <a:noFill/>
          </a:ln>
        </p:spPr>
        <p:txBody>
          <a:bodyPr anchor="t" anchorCtr="0" bIns="45700" lIns="91425" rIns="91425" spcFirstLastPara="1" tIns="45700" wrap="square">
            <a:normAutofit/>
          </a:bodyPr>
          <a:lstStyle>
            <a:lvl1pPr algn="l" lvl="0">
              <a:spcBef>
                <a:spcPts val="0"/>
              </a:spcBef>
              <a:spcAft>
                <a:spcPts val="0"/>
              </a:spcAft>
              <a:buClr>
                <a:srgbClr val="262626"/>
              </a:buClr>
              <a:buSzPts val="18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26" name="Google Shape;61;p16"/>
          <p:cNvSpPr txBox="1"/>
          <p:nvPr>
            <p:ph type="body" idx="1"/>
          </p:nvPr>
        </p:nvSpPr>
        <p:spPr>
          <a:xfrm>
            <a:off x="2589212" y="2133600"/>
            <a:ext cx="4313864" cy="3777622"/>
          </a:xfrm>
          <a:prstGeom prst="rect"/>
          <a:noFill/>
          <a:ln>
            <a:noFill/>
          </a:ln>
        </p:spPr>
        <p:txBody>
          <a:bodyPr anchor="t" anchorCtr="0" bIns="45700" lIns="91425" rIns="91425" spcFirstLastPara="1" tIns="45700" wrap="square">
            <a:normAutofit/>
          </a:bodyPr>
          <a:lstStyle>
            <a:lvl1pPr algn="l" indent="-342900" lvl="0" marL="457200">
              <a:spcBef>
                <a:spcPts val="1000"/>
              </a:spcBef>
              <a:spcAft>
                <a:spcPts val="0"/>
              </a:spcAft>
              <a:buSzPts val="1800"/>
              <a:buChar char="?"/>
            </a:lvl1pPr>
            <a:lvl2pPr algn="l" indent="-342900" lvl="1" marL="914400">
              <a:spcBef>
                <a:spcPts val="1000"/>
              </a:spcBef>
              <a:spcAft>
                <a:spcPts val="0"/>
              </a:spcAft>
              <a:buSzPts val="1800"/>
              <a:buChar char="?"/>
            </a:lvl2pPr>
            <a:lvl3pPr algn="l" indent="-342900" lvl="2" marL="1371600">
              <a:spcBef>
                <a:spcPts val="1000"/>
              </a:spcBef>
              <a:spcAft>
                <a:spcPts val="0"/>
              </a:spcAft>
              <a:buSzPts val="1800"/>
              <a:buChar char="?"/>
            </a:lvl3pPr>
            <a:lvl4pPr algn="l" indent="-342900" lvl="3" marL="1828800">
              <a:spcBef>
                <a:spcPts val="1000"/>
              </a:spcBef>
              <a:spcAft>
                <a:spcPts val="0"/>
              </a:spcAft>
              <a:buSzPts val="1800"/>
              <a:buChar char="?"/>
            </a:lvl4pPr>
            <a:lvl5pPr algn="l" indent="-342900" lvl="4" marL="2286000">
              <a:spcBef>
                <a:spcPts val="1000"/>
              </a:spcBef>
              <a:spcAft>
                <a:spcPts val="0"/>
              </a:spcAft>
              <a:buSzPts val="1800"/>
              <a:buChar char="?"/>
            </a:lvl5pPr>
            <a:lvl6pPr algn="l" indent="-342900" lvl="5" marL="2743200">
              <a:spcBef>
                <a:spcPts val="1000"/>
              </a:spcBef>
              <a:spcAft>
                <a:spcPts val="0"/>
              </a:spcAft>
              <a:buSzPts val="1800"/>
              <a:buChar char="?"/>
            </a:lvl6pPr>
            <a:lvl7pPr algn="l" indent="-342900" lvl="6" marL="3200400">
              <a:spcBef>
                <a:spcPts val="1000"/>
              </a:spcBef>
              <a:spcAft>
                <a:spcPts val="0"/>
              </a:spcAft>
              <a:buSzPts val="1800"/>
              <a:buChar char="?"/>
            </a:lvl7pPr>
            <a:lvl8pPr algn="l" indent="-342900" lvl="7" marL="3657600">
              <a:spcBef>
                <a:spcPts val="1000"/>
              </a:spcBef>
              <a:spcAft>
                <a:spcPts val="0"/>
              </a:spcAft>
              <a:buSzPts val="1800"/>
              <a:buChar char="?"/>
            </a:lvl8pPr>
            <a:lvl9pPr algn="l" indent="-342900" lvl="8" marL="4114800">
              <a:spcBef>
                <a:spcPts val="1000"/>
              </a:spcBef>
              <a:spcAft>
                <a:spcPts val="0"/>
              </a:spcAft>
              <a:buSzPts val="1800"/>
              <a:buChar char="?"/>
            </a:lvl9pPr>
          </a:lstStyle>
          <a:p/>
        </p:txBody>
      </p:sp>
      <p:sp>
        <p:nvSpPr>
          <p:cNvPr id="1048727" name="Google Shape;62;p16"/>
          <p:cNvSpPr txBox="1"/>
          <p:nvPr>
            <p:ph type="body" idx="2"/>
          </p:nvPr>
        </p:nvSpPr>
        <p:spPr>
          <a:xfrm>
            <a:off x="7190747" y="2126222"/>
            <a:ext cx="4313864" cy="3777622"/>
          </a:xfrm>
          <a:prstGeom prst="rect"/>
          <a:noFill/>
          <a:ln>
            <a:noFill/>
          </a:ln>
        </p:spPr>
        <p:txBody>
          <a:bodyPr anchor="t" anchorCtr="0" bIns="45700" lIns="91425" rIns="91425" spcFirstLastPara="1" tIns="45700" wrap="square">
            <a:normAutofit/>
          </a:bodyPr>
          <a:lstStyle>
            <a:lvl1pPr algn="l" indent="-342900" lvl="0" marL="457200">
              <a:spcBef>
                <a:spcPts val="1000"/>
              </a:spcBef>
              <a:spcAft>
                <a:spcPts val="0"/>
              </a:spcAft>
              <a:buSzPts val="1800"/>
              <a:buChar char="?"/>
            </a:lvl1pPr>
            <a:lvl2pPr algn="l" indent="-342900" lvl="1" marL="914400">
              <a:spcBef>
                <a:spcPts val="1000"/>
              </a:spcBef>
              <a:spcAft>
                <a:spcPts val="0"/>
              </a:spcAft>
              <a:buSzPts val="1800"/>
              <a:buChar char="?"/>
            </a:lvl2pPr>
            <a:lvl3pPr algn="l" indent="-342900" lvl="2" marL="1371600">
              <a:spcBef>
                <a:spcPts val="1000"/>
              </a:spcBef>
              <a:spcAft>
                <a:spcPts val="0"/>
              </a:spcAft>
              <a:buSzPts val="1800"/>
              <a:buChar char="?"/>
            </a:lvl3pPr>
            <a:lvl4pPr algn="l" indent="-342900" lvl="3" marL="1828800">
              <a:spcBef>
                <a:spcPts val="1000"/>
              </a:spcBef>
              <a:spcAft>
                <a:spcPts val="0"/>
              </a:spcAft>
              <a:buSzPts val="1800"/>
              <a:buChar char="?"/>
            </a:lvl4pPr>
            <a:lvl5pPr algn="l" indent="-342900" lvl="4" marL="2286000">
              <a:spcBef>
                <a:spcPts val="1000"/>
              </a:spcBef>
              <a:spcAft>
                <a:spcPts val="0"/>
              </a:spcAft>
              <a:buSzPts val="1800"/>
              <a:buChar char="?"/>
            </a:lvl5pPr>
            <a:lvl6pPr algn="l" indent="-342900" lvl="5" marL="2743200">
              <a:spcBef>
                <a:spcPts val="1000"/>
              </a:spcBef>
              <a:spcAft>
                <a:spcPts val="0"/>
              </a:spcAft>
              <a:buSzPts val="1800"/>
              <a:buChar char="?"/>
            </a:lvl6pPr>
            <a:lvl7pPr algn="l" indent="-342900" lvl="6" marL="3200400">
              <a:spcBef>
                <a:spcPts val="1000"/>
              </a:spcBef>
              <a:spcAft>
                <a:spcPts val="0"/>
              </a:spcAft>
              <a:buSzPts val="1800"/>
              <a:buChar char="?"/>
            </a:lvl7pPr>
            <a:lvl8pPr algn="l" indent="-342900" lvl="7" marL="3657600">
              <a:spcBef>
                <a:spcPts val="1000"/>
              </a:spcBef>
              <a:spcAft>
                <a:spcPts val="0"/>
              </a:spcAft>
              <a:buSzPts val="1800"/>
              <a:buChar char="?"/>
            </a:lvl8pPr>
            <a:lvl9pPr algn="l" indent="-342900" lvl="8" marL="4114800">
              <a:spcBef>
                <a:spcPts val="1000"/>
              </a:spcBef>
              <a:spcAft>
                <a:spcPts val="0"/>
              </a:spcAft>
              <a:buSzPts val="1800"/>
              <a:buChar char="?"/>
            </a:lvl9pPr>
          </a:lstStyle>
          <a:p/>
        </p:txBody>
      </p:sp>
      <p:sp>
        <p:nvSpPr>
          <p:cNvPr id="1048728" name="Google Shape;63;p16"/>
          <p:cNvSpPr txBox="1"/>
          <p:nvPr>
            <p:ph type="dt" idx="10"/>
          </p:nvPr>
        </p:nvSpPr>
        <p:spPr>
          <a:xfrm>
            <a:off x="10361612" y="6130437"/>
            <a:ext cx="1146283" cy="370396"/>
          </a:xfrm>
          <a:prstGeom prst="rect"/>
          <a:noFill/>
          <a:ln>
            <a:noFill/>
          </a:ln>
        </p:spPr>
        <p:txBody>
          <a:bodyPr anchor="ctr" anchorCtr="0" bIns="45700" lIns="91425" rIns="91425" spcFirstLastPara="1" tIns="45700" wrap="square">
            <a:noAutofit/>
          </a:bodyPr>
          <a:lstStyle>
            <a:lvl1pPr algn="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29" name="Google Shape;64;p16"/>
          <p:cNvSpPr txBox="1"/>
          <p:nvPr>
            <p:ph type="ftr" idx="11"/>
          </p:nvPr>
        </p:nvSpPr>
        <p:spPr>
          <a:xfrm>
            <a:off x="2589212" y="6135808"/>
            <a:ext cx="7619999"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30" name="Google Shape;65;p16"/>
          <p:cNvSpPr/>
          <p:nvPr/>
        </p:nvSpPr>
        <p:spPr>
          <a:xfrm rot="10800000" flipH="1">
            <a:off x="-4189" y="714375"/>
            <a:ext cx="1588527" cy="507297"/>
          </a:xfrm>
          <a:custGeom>
            <a:avLst/>
            <a:ah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731" name="Google Shape;66;p16"/>
          <p:cNvSpPr txBox="1"/>
          <p:nvPr>
            <p:ph type="sldNum" idx="12"/>
          </p:nvPr>
        </p:nvSpPr>
        <p:spPr>
          <a:xfrm>
            <a:off x="531812" y="787782"/>
            <a:ext cx="779767"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PH"/>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73" name="Shape 67"/>
        <p:cNvGrpSpPr/>
        <p:nvPr/>
      </p:nvGrpSpPr>
      <p:grpSpPr>
        <a:xfrm>
          <a:off x="0" y="0"/>
          <a:ext cx="0" cy="0"/>
          <a:chOff x="0" y="0"/>
          <a:chExt cx="0" cy="0"/>
        </a:xfrm>
      </p:grpSpPr>
      <p:sp>
        <p:nvSpPr>
          <p:cNvPr id="1048700" name="Google Shape;68;p17"/>
          <p:cNvSpPr txBox="1"/>
          <p:nvPr>
            <p:ph type="title"/>
          </p:nvPr>
        </p:nvSpPr>
        <p:spPr>
          <a:xfrm>
            <a:off x="2592924" y="624110"/>
            <a:ext cx="8911687" cy="1280890"/>
          </a:xfrm>
          <a:prstGeom prst="rect"/>
          <a:noFill/>
          <a:ln>
            <a:noFill/>
          </a:ln>
        </p:spPr>
        <p:txBody>
          <a:bodyPr anchor="t" anchorCtr="0" bIns="45700" lIns="91425" rIns="91425" spcFirstLastPara="1" tIns="45700" wrap="square">
            <a:normAutofit/>
          </a:bodyPr>
          <a:lstStyle>
            <a:lvl1pPr algn="l" lvl="0">
              <a:spcBef>
                <a:spcPts val="0"/>
              </a:spcBef>
              <a:spcAft>
                <a:spcPts val="0"/>
              </a:spcAft>
              <a:buClr>
                <a:srgbClr val="262626"/>
              </a:buClr>
              <a:buSzPts val="18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01" name="Google Shape;69;p17"/>
          <p:cNvSpPr txBox="1"/>
          <p:nvPr>
            <p:ph type="body" idx="1"/>
          </p:nvPr>
        </p:nvSpPr>
        <p:spPr>
          <a:xfrm>
            <a:off x="2939373" y="1972703"/>
            <a:ext cx="3992732" cy="576262"/>
          </a:xfrm>
          <a:prstGeom prst="rect"/>
          <a:noFill/>
          <a:ln>
            <a:noFill/>
          </a:ln>
        </p:spPr>
        <p:txBody>
          <a:bodyPr anchor="b" anchorCtr="0" bIns="45700" lIns="91425" rIns="91425" spcFirstLastPara="1" tIns="45700" wrap="square">
            <a:noAutofit/>
          </a:bodyPr>
          <a:lstStyle>
            <a:lvl1pPr algn="l" indent="-228600" lvl="0" marL="457200">
              <a:spcBef>
                <a:spcPts val="1000"/>
              </a:spcBef>
              <a:spcAft>
                <a:spcPts val="0"/>
              </a:spcAft>
              <a:buSzPts val="2400"/>
              <a:buNone/>
              <a:defRPr b="0" sz="2400"/>
            </a:lvl1pPr>
            <a:lvl2pPr algn="l" indent="-228600" lvl="1" marL="914400">
              <a:spcBef>
                <a:spcPts val="1000"/>
              </a:spcBef>
              <a:spcAft>
                <a:spcPts val="0"/>
              </a:spcAft>
              <a:buSzPts val="2000"/>
              <a:buNone/>
              <a:defRPr b="1" sz="2000"/>
            </a:lvl2pPr>
            <a:lvl3pPr algn="l" indent="-228600" lvl="2" marL="1371600">
              <a:spcBef>
                <a:spcPts val="1000"/>
              </a:spcBef>
              <a:spcAft>
                <a:spcPts val="0"/>
              </a:spcAft>
              <a:buSzPts val="1800"/>
              <a:buNone/>
              <a:defRPr b="1" sz="1800"/>
            </a:lvl3pPr>
            <a:lvl4pPr algn="l" indent="-228600" lvl="3" marL="1828800">
              <a:spcBef>
                <a:spcPts val="1000"/>
              </a:spcBef>
              <a:spcAft>
                <a:spcPts val="0"/>
              </a:spcAft>
              <a:buSzPts val="1600"/>
              <a:buNone/>
              <a:defRPr b="1" sz="1600"/>
            </a:lvl4pPr>
            <a:lvl5pPr algn="l" indent="-228600" lvl="4" marL="2286000">
              <a:spcBef>
                <a:spcPts val="1000"/>
              </a:spcBef>
              <a:spcAft>
                <a:spcPts val="0"/>
              </a:spcAft>
              <a:buSzPts val="1600"/>
              <a:buNone/>
              <a:defRPr b="1" sz="1600"/>
            </a:lvl5pPr>
            <a:lvl6pPr algn="l" indent="-228600" lvl="5" marL="2743200">
              <a:spcBef>
                <a:spcPts val="1000"/>
              </a:spcBef>
              <a:spcAft>
                <a:spcPts val="0"/>
              </a:spcAft>
              <a:buSzPts val="1600"/>
              <a:buNone/>
              <a:defRPr b="1" sz="1600"/>
            </a:lvl6pPr>
            <a:lvl7pPr algn="l" indent="-228600" lvl="6" marL="3200400">
              <a:spcBef>
                <a:spcPts val="1000"/>
              </a:spcBef>
              <a:spcAft>
                <a:spcPts val="0"/>
              </a:spcAft>
              <a:buSzPts val="1600"/>
              <a:buNone/>
              <a:defRPr b="1" sz="1600"/>
            </a:lvl7pPr>
            <a:lvl8pPr algn="l" indent="-228600" lvl="7" marL="3657600">
              <a:spcBef>
                <a:spcPts val="1000"/>
              </a:spcBef>
              <a:spcAft>
                <a:spcPts val="0"/>
              </a:spcAft>
              <a:buSzPts val="1600"/>
              <a:buNone/>
              <a:defRPr b="1" sz="1600"/>
            </a:lvl8pPr>
            <a:lvl9pPr algn="l" indent="-228600" lvl="8" marL="4114800">
              <a:spcBef>
                <a:spcPts val="1000"/>
              </a:spcBef>
              <a:spcAft>
                <a:spcPts val="0"/>
              </a:spcAft>
              <a:buSzPts val="1600"/>
              <a:buNone/>
              <a:defRPr b="1" sz="1600"/>
            </a:lvl9pPr>
          </a:lstStyle>
          <a:p/>
        </p:txBody>
      </p:sp>
      <p:sp>
        <p:nvSpPr>
          <p:cNvPr id="1048702" name="Google Shape;70;p17"/>
          <p:cNvSpPr txBox="1"/>
          <p:nvPr>
            <p:ph type="body" idx="2"/>
          </p:nvPr>
        </p:nvSpPr>
        <p:spPr>
          <a:xfrm>
            <a:off x="2589212" y="2548966"/>
            <a:ext cx="4342893" cy="3354060"/>
          </a:xfrm>
          <a:prstGeom prst="rect"/>
          <a:noFill/>
          <a:ln>
            <a:noFill/>
          </a:ln>
        </p:spPr>
        <p:txBody>
          <a:bodyPr anchor="t" anchorCtr="0" bIns="45700" lIns="91425" rIns="91425" spcFirstLastPara="1" tIns="45700" wrap="square">
            <a:normAutofit/>
          </a:bodyPr>
          <a:lstStyle>
            <a:lvl1pPr algn="l" indent="-342900" lvl="0" marL="457200">
              <a:spcBef>
                <a:spcPts val="1000"/>
              </a:spcBef>
              <a:spcAft>
                <a:spcPts val="0"/>
              </a:spcAft>
              <a:buSzPts val="1800"/>
              <a:buChar char="?"/>
            </a:lvl1pPr>
            <a:lvl2pPr algn="l" indent="-342900" lvl="1" marL="914400">
              <a:spcBef>
                <a:spcPts val="1000"/>
              </a:spcBef>
              <a:spcAft>
                <a:spcPts val="0"/>
              </a:spcAft>
              <a:buSzPts val="1800"/>
              <a:buChar char="?"/>
            </a:lvl2pPr>
            <a:lvl3pPr algn="l" indent="-342900" lvl="2" marL="1371600">
              <a:spcBef>
                <a:spcPts val="1000"/>
              </a:spcBef>
              <a:spcAft>
                <a:spcPts val="0"/>
              </a:spcAft>
              <a:buSzPts val="1800"/>
              <a:buChar char="?"/>
            </a:lvl3pPr>
            <a:lvl4pPr algn="l" indent="-342900" lvl="3" marL="1828800">
              <a:spcBef>
                <a:spcPts val="1000"/>
              </a:spcBef>
              <a:spcAft>
                <a:spcPts val="0"/>
              </a:spcAft>
              <a:buSzPts val="1800"/>
              <a:buChar char="?"/>
            </a:lvl4pPr>
            <a:lvl5pPr algn="l" indent="-342900" lvl="4" marL="2286000">
              <a:spcBef>
                <a:spcPts val="1000"/>
              </a:spcBef>
              <a:spcAft>
                <a:spcPts val="0"/>
              </a:spcAft>
              <a:buSzPts val="1800"/>
              <a:buChar char="?"/>
            </a:lvl5pPr>
            <a:lvl6pPr algn="l" indent="-342900" lvl="5" marL="2743200">
              <a:spcBef>
                <a:spcPts val="1000"/>
              </a:spcBef>
              <a:spcAft>
                <a:spcPts val="0"/>
              </a:spcAft>
              <a:buSzPts val="1800"/>
              <a:buChar char="?"/>
            </a:lvl6pPr>
            <a:lvl7pPr algn="l" indent="-342900" lvl="6" marL="3200400">
              <a:spcBef>
                <a:spcPts val="1000"/>
              </a:spcBef>
              <a:spcAft>
                <a:spcPts val="0"/>
              </a:spcAft>
              <a:buSzPts val="1800"/>
              <a:buChar char="?"/>
            </a:lvl7pPr>
            <a:lvl8pPr algn="l" indent="-342900" lvl="7" marL="3657600">
              <a:spcBef>
                <a:spcPts val="1000"/>
              </a:spcBef>
              <a:spcAft>
                <a:spcPts val="0"/>
              </a:spcAft>
              <a:buSzPts val="1800"/>
              <a:buChar char="?"/>
            </a:lvl8pPr>
            <a:lvl9pPr algn="l" indent="-342900" lvl="8" marL="4114800">
              <a:spcBef>
                <a:spcPts val="1000"/>
              </a:spcBef>
              <a:spcAft>
                <a:spcPts val="0"/>
              </a:spcAft>
              <a:buSzPts val="1800"/>
              <a:buChar char="?"/>
            </a:lvl9pPr>
          </a:lstStyle>
          <a:p/>
        </p:txBody>
      </p:sp>
      <p:sp>
        <p:nvSpPr>
          <p:cNvPr id="1048703" name="Google Shape;71;p17"/>
          <p:cNvSpPr txBox="1"/>
          <p:nvPr>
            <p:ph type="body" idx="3"/>
          </p:nvPr>
        </p:nvSpPr>
        <p:spPr>
          <a:xfrm>
            <a:off x="7506629" y="1969475"/>
            <a:ext cx="3999001" cy="576262"/>
          </a:xfrm>
          <a:prstGeom prst="rect"/>
          <a:noFill/>
          <a:ln>
            <a:noFill/>
          </a:ln>
        </p:spPr>
        <p:txBody>
          <a:bodyPr anchor="b" anchorCtr="0" bIns="45700" lIns="91425" rIns="91425" spcFirstLastPara="1" tIns="45700" wrap="square">
            <a:noAutofit/>
          </a:bodyPr>
          <a:lstStyle>
            <a:lvl1pPr algn="l" indent="-228600" lvl="0" marL="457200">
              <a:spcBef>
                <a:spcPts val="1000"/>
              </a:spcBef>
              <a:spcAft>
                <a:spcPts val="0"/>
              </a:spcAft>
              <a:buSzPts val="2400"/>
              <a:buNone/>
              <a:defRPr b="0" sz="2400"/>
            </a:lvl1pPr>
            <a:lvl2pPr algn="l" indent="-228600" lvl="1" marL="914400">
              <a:spcBef>
                <a:spcPts val="1000"/>
              </a:spcBef>
              <a:spcAft>
                <a:spcPts val="0"/>
              </a:spcAft>
              <a:buSzPts val="2000"/>
              <a:buNone/>
              <a:defRPr b="1" sz="2000"/>
            </a:lvl2pPr>
            <a:lvl3pPr algn="l" indent="-228600" lvl="2" marL="1371600">
              <a:spcBef>
                <a:spcPts val="1000"/>
              </a:spcBef>
              <a:spcAft>
                <a:spcPts val="0"/>
              </a:spcAft>
              <a:buSzPts val="1800"/>
              <a:buNone/>
              <a:defRPr b="1" sz="1800"/>
            </a:lvl3pPr>
            <a:lvl4pPr algn="l" indent="-228600" lvl="3" marL="1828800">
              <a:spcBef>
                <a:spcPts val="1000"/>
              </a:spcBef>
              <a:spcAft>
                <a:spcPts val="0"/>
              </a:spcAft>
              <a:buSzPts val="1600"/>
              <a:buNone/>
              <a:defRPr b="1" sz="1600"/>
            </a:lvl4pPr>
            <a:lvl5pPr algn="l" indent="-228600" lvl="4" marL="2286000">
              <a:spcBef>
                <a:spcPts val="1000"/>
              </a:spcBef>
              <a:spcAft>
                <a:spcPts val="0"/>
              </a:spcAft>
              <a:buSzPts val="1600"/>
              <a:buNone/>
              <a:defRPr b="1" sz="1600"/>
            </a:lvl5pPr>
            <a:lvl6pPr algn="l" indent="-228600" lvl="5" marL="2743200">
              <a:spcBef>
                <a:spcPts val="1000"/>
              </a:spcBef>
              <a:spcAft>
                <a:spcPts val="0"/>
              </a:spcAft>
              <a:buSzPts val="1600"/>
              <a:buNone/>
              <a:defRPr b="1" sz="1600"/>
            </a:lvl6pPr>
            <a:lvl7pPr algn="l" indent="-228600" lvl="6" marL="3200400">
              <a:spcBef>
                <a:spcPts val="1000"/>
              </a:spcBef>
              <a:spcAft>
                <a:spcPts val="0"/>
              </a:spcAft>
              <a:buSzPts val="1600"/>
              <a:buNone/>
              <a:defRPr b="1" sz="1600"/>
            </a:lvl7pPr>
            <a:lvl8pPr algn="l" indent="-228600" lvl="7" marL="3657600">
              <a:spcBef>
                <a:spcPts val="1000"/>
              </a:spcBef>
              <a:spcAft>
                <a:spcPts val="0"/>
              </a:spcAft>
              <a:buSzPts val="1600"/>
              <a:buNone/>
              <a:defRPr b="1" sz="1600"/>
            </a:lvl8pPr>
            <a:lvl9pPr algn="l" indent="-228600" lvl="8" marL="4114800">
              <a:spcBef>
                <a:spcPts val="1000"/>
              </a:spcBef>
              <a:spcAft>
                <a:spcPts val="0"/>
              </a:spcAft>
              <a:buSzPts val="1600"/>
              <a:buNone/>
              <a:defRPr b="1" sz="1600"/>
            </a:lvl9pPr>
          </a:lstStyle>
          <a:p/>
        </p:txBody>
      </p:sp>
      <p:sp>
        <p:nvSpPr>
          <p:cNvPr id="1048704" name="Google Shape;72;p17"/>
          <p:cNvSpPr txBox="1"/>
          <p:nvPr>
            <p:ph type="body" idx="4"/>
          </p:nvPr>
        </p:nvSpPr>
        <p:spPr>
          <a:xfrm>
            <a:off x="7166957" y="2545738"/>
            <a:ext cx="4338674" cy="3354060"/>
          </a:xfrm>
          <a:prstGeom prst="rect"/>
          <a:noFill/>
          <a:ln>
            <a:noFill/>
          </a:ln>
        </p:spPr>
        <p:txBody>
          <a:bodyPr anchor="t" anchorCtr="0" bIns="45700" lIns="91425" rIns="91425" spcFirstLastPara="1" tIns="45700" wrap="square">
            <a:normAutofit/>
          </a:bodyPr>
          <a:lstStyle>
            <a:lvl1pPr algn="l" indent="-342900" lvl="0" marL="457200">
              <a:spcBef>
                <a:spcPts val="1000"/>
              </a:spcBef>
              <a:spcAft>
                <a:spcPts val="0"/>
              </a:spcAft>
              <a:buSzPts val="1800"/>
              <a:buChar char="?"/>
            </a:lvl1pPr>
            <a:lvl2pPr algn="l" indent="-342900" lvl="1" marL="914400">
              <a:spcBef>
                <a:spcPts val="1000"/>
              </a:spcBef>
              <a:spcAft>
                <a:spcPts val="0"/>
              </a:spcAft>
              <a:buSzPts val="1800"/>
              <a:buChar char="?"/>
            </a:lvl2pPr>
            <a:lvl3pPr algn="l" indent="-342900" lvl="2" marL="1371600">
              <a:spcBef>
                <a:spcPts val="1000"/>
              </a:spcBef>
              <a:spcAft>
                <a:spcPts val="0"/>
              </a:spcAft>
              <a:buSzPts val="1800"/>
              <a:buChar char="?"/>
            </a:lvl3pPr>
            <a:lvl4pPr algn="l" indent="-342900" lvl="3" marL="1828800">
              <a:spcBef>
                <a:spcPts val="1000"/>
              </a:spcBef>
              <a:spcAft>
                <a:spcPts val="0"/>
              </a:spcAft>
              <a:buSzPts val="1800"/>
              <a:buChar char="?"/>
            </a:lvl4pPr>
            <a:lvl5pPr algn="l" indent="-342900" lvl="4" marL="2286000">
              <a:spcBef>
                <a:spcPts val="1000"/>
              </a:spcBef>
              <a:spcAft>
                <a:spcPts val="0"/>
              </a:spcAft>
              <a:buSzPts val="1800"/>
              <a:buChar char="?"/>
            </a:lvl5pPr>
            <a:lvl6pPr algn="l" indent="-342900" lvl="5" marL="2743200">
              <a:spcBef>
                <a:spcPts val="1000"/>
              </a:spcBef>
              <a:spcAft>
                <a:spcPts val="0"/>
              </a:spcAft>
              <a:buSzPts val="1800"/>
              <a:buChar char="?"/>
            </a:lvl6pPr>
            <a:lvl7pPr algn="l" indent="-342900" lvl="6" marL="3200400">
              <a:spcBef>
                <a:spcPts val="1000"/>
              </a:spcBef>
              <a:spcAft>
                <a:spcPts val="0"/>
              </a:spcAft>
              <a:buSzPts val="1800"/>
              <a:buChar char="?"/>
            </a:lvl7pPr>
            <a:lvl8pPr algn="l" indent="-342900" lvl="7" marL="3657600">
              <a:spcBef>
                <a:spcPts val="1000"/>
              </a:spcBef>
              <a:spcAft>
                <a:spcPts val="0"/>
              </a:spcAft>
              <a:buSzPts val="1800"/>
              <a:buChar char="?"/>
            </a:lvl8pPr>
            <a:lvl9pPr algn="l" indent="-342900" lvl="8" marL="4114800">
              <a:spcBef>
                <a:spcPts val="1000"/>
              </a:spcBef>
              <a:spcAft>
                <a:spcPts val="0"/>
              </a:spcAft>
              <a:buSzPts val="1800"/>
              <a:buChar char="?"/>
            </a:lvl9pPr>
          </a:lstStyle>
          <a:p/>
        </p:txBody>
      </p:sp>
      <p:sp>
        <p:nvSpPr>
          <p:cNvPr id="1048705" name="Google Shape;73;p17"/>
          <p:cNvSpPr txBox="1"/>
          <p:nvPr>
            <p:ph type="dt" idx="10"/>
          </p:nvPr>
        </p:nvSpPr>
        <p:spPr>
          <a:xfrm>
            <a:off x="10361612" y="6130437"/>
            <a:ext cx="1146283" cy="370396"/>
          </a:xfrm>
          <a:prstGeom prst="rect"/>
          <a:noFill/>
          <a:ln>
            <a:noFill/>
          </a:ln>
        </p:spPr>
        <p:txBody>
          <a:bodyPr anchor="ctr" anchorCtr="0" bIns="45700" lIns="91425" rIns="91425" spcFirstLastPara="1" tIns="45700" wrap="square">
            <a:noAutofit/>
          </a:bodyPr>
          <a:lstStyle>
            <a:lvl1pPr algn="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06" name="Google Shape;74;p17"/>
          <p:cNvSpPr txBox="1"/>
          <p:nvPr>
            <p:ph type="ftr" idx="11"/>
          </p:nvPr>
        </p:nvSpPr>
        <p:spPr>
          <a:xfrm>
            <a:off x="2589212" y="6135808"/>
            <a:ext cx="7619999"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07" name="Google Shape;75;p17"/>
          <p:cNvSpPr/>
          <p:nvPr/>
        </p:nvSpPr>
        <p:spPr>
          <a:xfrm rot="10800000" flipH="1">
            <a:off x="-4189" y="714375"/>
            <a:ext cx="1588527" cy="507297"/>
          </a:xfrm>
          <a:custGeom>
            <a:avLst/>
            <a:ah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708" name="Google Shape;76;p17"/>
          <p:cNvSpPr txBox="1"/>
          <p:nvPr>
            <p:ph type="sldNum" idx="12"/>
          </p:nvPr>
        </p:nvSpPr>
        <p:spPr>
          <a:xfrm>
            <a:off x="531812" y="787782"/>
            <a:ext cx="779767"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PH"/>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67" name="Shape 77"/>
        <p:cNvGrpSpPr/>
        <p:nvPr/>
      </p:nvGrpSpPr>
      <p:grpSpPr>
        <a:xfrm>
          <a:off x="0" y="0"/>
          <a:ext cx="0" cy="0"/>
          <a:chOff x="0" y="0"/>
          <a:chExt cx="0" cy="0"/>
        </a:xfrm>
      </p:grpSpPr>
      <p:sp>
        <p:nvSpPr>
          <p:cNvPr id="1048658" name="Google Shape;78;p18"/>
          <p:cNvSpPr txBox="1"/>
          <p:nvPr>
            <p:ph type="title"/>
          </p:nvPr>
        </p:nvSpPr>
        <p:spPr>
          <a:xfrm>
            <a:off x="2592924" y="624110"/>
            <a:ext cx="8911687" cy="1280890"/>
          </a:xfrm>
          <a:prstGeom prst="rect"/>
          <a:noFill/>
          <a:ln>
            <a:noFill/>
          </a:ln>
        </p:spPr>
        <p:txBody>
          <a:bodyPr anchor="t" anchorCtr="0" bIns="45700" lIns="91425" rIns="91425" spcFirstLastPara="1" tIns="45700" wrap="square">
            <a:normAutofit/>
          </a:bodyPr>
          <a:lstStyle>
            <a:lvl1pPr algn="l" lvl="0">
              <a:spcBef>
                <a:spcPts val="0"/>
              </a:spcBef>
              <a:spcAft>
                <a:spcPts val="0"/>
              </a:spcAft>
              <a:buClr>
                <a:srgbClr val="262626"/>
              </a:buClr>
              <a:buSzPts val="18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59" name="Google Shape;79;p18"/>
          <p:cNvSpPr txBox="1"/>
          <p:nvPr>
            <p:ph type="dt" idx="10"/>
          </p:nvPr>
        </p:nvSpPr>
        <p:spPr>
          <a:xfrm>
            <a:off x="10361612" y="6130437"/>
            <a:ext cx="1146283" cy="370396"/>
          </a:xfrm>
          <a:prstGeom prst="rect"/>
          <a:noFill/>
          <a:ln>
            <a:noFill/>
          </a:ln>
        </p:spPr>
        <p:txBody>
          <a:bodyPr anchor="ctr" anchorCtr="0" bIns="45700" lIns="91425" rIns="91425" spcFirstLastPara="1" tIns="45700" wrap="square">
            <a:noAutofit/>
          </a:bodyPr>
          <a:lstStyle>
            <a:lvl1pPr algn="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60" name="Google Shape;80;p18"/>
          <p:cNvSpPr txBox="1"/>
          <p:nvPr>
            <p:ph type="ftr" idx="11"/>
          </p:nvPr>
        </p:nvSpPr>
        <p:spPr>
          <a:xfrm>
            <a:off x="2589212" y="6135808"/>
            <a:ext cx="7619999"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61" name="Google Shape;81;p18"/>
          <p:cNvSpPr/>
          <p:nvPr/>
        </p:nvSpPr>
        <p:spPr>
          <a:xfrm rot="10800000" flipH="1">
            <a:off x="-4189" y="714375"/>
            <a:ext cx="1588527" cy="507297"/>
          </a:xfrm>
          <a:custGeom>
            <a:avLst/>
            <a:ah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662" name="Google Shape;82;p18"/>
          <p:cNvSpPr txBox="1"/>
          <p:nvPr>
            <p:ph type="sldNum" idx="12"/>
          </p:nvPr>
        </p:nvSpPr>
        <p:spPr>
          <a:xfrm>
            <a:off x="531812" y="787782"/>
            <a:ext cx="779767"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PH"/>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74" name="Shape 83"/>
        <p:cNvGrpSpPr/>
        <p:nvPr/>
      </p:nvGrpSpPr>
      <p:grpSpPr>
        <a:xfrm>
          <a:off x="0" y="0"/>
          <a:ext cx="0" cy="0"/>
          <a:chOff x="0" y="0"/>
          <a:chExt cx="0" cy="0"/>
        </a:xfrm>
      </p:grpSpPr>
      <p:sp>
        <p:nvSpPr>
          <p:cNvPr id="1048709" name="Google Shape;84;p19"/>
          <p:cNvSpPr txBox="1"/>
          <p:nvPr>
            <p:ph type="dt" idx="10"/>
          </p:nvPr>
        </p:nvSpPr>
        <p:spPr>
          <a:xfrm>
            <a:off x="10361612" y="6130437"/>
            <a:ext cx="1146283" cy="370396"/>
          </a:xfrm>
          <a:prstGeom prst="rect"/>
          <a:noFill/>
          <a:ln>
            <a:noFill/>
          </a:ln>
        </p:spPr>
        <p:txBody>
          <a:bodyPr anchor="ctr" anchorCtr="0" bIns="45700" lIns="91425" rIns="91425" spcFirstLastPara="1" tIns="45700" wrap="square">
            <a:noAutofit/>
          </a:bodyPr>
          <a:lstStyle>
            <a:lvl1pPr algn="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10" name="Google Shape;85;p19"/>
          <p:cNvSpPr txBox="1"/>
          <p:nvPr>
            <p:ph type="ftr" idx="11"/>
          </p:nvPr>
        </p:nvSpPr>
        <p:spPr>
          <a:xfrm>
            <a:off x="2589212" y="6135808"/>
            <a:ext cx="7619999"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11" name="Google Shape;86;p19"/>
          <p:cNvSpPr/>
          <p:nvPr/>
        </p:nvSpPr>
        <p:spPr>
          <a:xfrm rot="10800000" flipH="1">
            <a:off x="-4189" y="714375"/>
            <a:ext cx="1588527" cy="507297"/>
          </a:xfrm>
          <a:custGeom>
            <a:avLst/>
            <a:ah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712" name="Google Shape;87;p19"/>
          <p:cNvSpPr txBox="1"/>
          <p:nvPr>
            <p:ph type="sldNum" idx="12"/>
          </p:nvPr>
        </p:nvSpPr>
        <p:spPr>
          <a:xfrm>
            <a:off x="531812" y="787782"/>
            <a:ext cx="779767"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PH"/>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79" name="Shape 88"/>
        <p:cNvGrpSpPr/>
        <p:nvPr/>
      </p:nvGrpSpPr>
      <p:grpSpPr>
        <a:xfrm>
          <a:off x="0" y="0"/>
          <a:ext cx="0" cy="0"/>
          <a:chOff x="0" y="0"/>
          <a:chExt cx="0" cy="0"/>
        </a:xfrm>
      </p:grpSpPr>
      <p:sp>
        <p:nvSpPr>
          <p:cNvPr id="1048739" name="Google Shape;89;p20"/>
          <p:cNvSpPr txBox="1"/>
          <p:nvPr>
            <p:ph type="title"/>
          </p:nvPr>
        </p:nvSpPr>
        <p:spPr>
          <a:xfrm>
            <a:off x="2589212" y="446088"/>
            <a:ext cx="3505199" cy="976312"/>
          </a:xfrm>
          <a:prstGeom prst="rect"/>
          <a:noFill/>
          <a:ln>
            <a:noFill/>
          </a:ln>
        </p:spPr>
        <p:txBody>
          <a:bodyPr anchor="b" anchorCtr="0" bIns="45700" lIns="91425" rIns="91425" spcFirstLastPara="1" tIns="45700" wrap="square">
            <a:normAutofit/>
          </a:bodyPr>
          <a:lstStyle>
            <a:lvl1pPr algn="l" lvl="0">
              <a:spcBef>
                <a:spcPts val="0"/>
              </a:spcBef>
              <a:spcAft>
                <a:spcPts val="0"/>
              </a:spcAft>
              <a:buClr>
                <a:srgbClr val="262626"/>
              </a:buClr>
              <a:buSzPts val="2000"/>
              <a:buFont typeface="Century Gothic"/>
              <a:buNone/>
              <a:defRPr b="0" sz="2000"/>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40" name="Google Shape;90;p20"/>
          <p:cNvSpPr txBox="1"/>
          <p:nvPr>
            <p:ph type="body" idx="1"/>
          </p:nvPr>
        </p:nvSpPr>
        <p:spPr>
          <a:xfrm>
            <a:off x="6323012" y="446088"/>
            <a:ext cx="5181600" cy="5414963"/>
          </a:xfrm>
          <a:prstGeom prst="rect"/>
          <a:noFill/>
          <a:ln>
            <a:noFill/>
          </a:ln>
        </p:spPr>
        <p:txBody>
          <a:bodyPr anchor="ctr" anchorCtr="0" bIns="45700" lIns="91425" rIns="91425" spcFirstLastPara="1" tIns="45700" wrap="square">
            <a:normAutofit/>
          </a:bodyPr>
          <a:lstStyle>
            <a:lvl1pPr algn="l" indent="-342900" lvl="0" marL="457200">
              <a:spcBef>
                <a:spcPts val="1000"/>
              </a:spcBef>
              <a:spcAft>
                <a:spcPts val="0"/>
              </a:spcAft>
              <a:buSzPts val="1800"/>
              <a:buChar char="?"/>
            </a:lvl1pPr>
            <a:lvl2pPr algn="l" indent="-342900" lvl="1" marL="914400">
              <a:spcBef>
                <a:spcPts val="1000"/>
              </a:spcBef>
              <a:spcAft>
                <a:spcPts val="0"/>
              </a:spcAft>
              <a:buSzPts val="1800"/>
              <a:buChar char="?"/>
            </a:lvl2pPr>
            <a:lvl3pPr algn="l" indent="-342900" lvl="2" marL="1371600">
              <a:spcBef>
                <a:spcPts val="1000"/>
              </a:spcBef>
              <a:spcAft>
                <a:spcPts val="0"/>
              </a:spcAft>
              <a:buSzPts val="1800"/>
              <a:buChar char="?"/>
            </a:lvl3pPr>
            <a:lvl4pPr algn="l" indent="-342900" lvl="3" marL="1828800">
              <a:spcBef>
                <a:spcPts val="1000"/>
              </a:spcBef>
              <a:spcAft>
                <a:spcPts val="0"/>
              </a:spcAft>
              <a:buSzPts val="1800"/>
              <a:buChar char="?"/>
            </a:lvl4pPr>
            <a:lvl5pPr algn="l" indent="-342900" lvl="4" marL="2286000">
              <a:spcBef>
                <a:spcPts val="1000"/>
              </a:spcBef>
              <a:spcAft>
                <a:spcPts val="0"/>
              </a:spcAft>
              <a:buSzPts val="1800"/>
              <a:buChar char="?"/>
            </a:lvl5pPr>
            <a:lvl6pPr algn="l" indent="-342900" lvl="5" marL="2743200">
              <a:spcBef>
                <a:spcPts val="1000"/>
              </a:spcBef>
              <a:spcAft>
                <a:spcPts val="0"/>
              </a:spcAft>
              <a:buSzPts val="1800"/>
              <a:buChar char="?"/>
            </a:lvl6pPr>
            <a:lvl7pPr algn="l" indent="-342900" lvl="6" marL="3200400">
              <a:spcBef>
                <a:spcPts val="1000"/>
              </a:spcBef>
              <a:spcAft>
                <a:spcPts val="0"/>
              </a:spcAft>
              <a:buSzPts val="1800"/>
              <a:buChar char="?"/>
            </a:lvl7pPr>
            <a:lvl8pPr algn="l" indent="-342900" lvl="7" marL="3657600">
              <a:spcBef>
                <a:spcPts val="1000"/>
              </a:spcBef>
              <a:spcAft>
                <a:spcPts val="0"/>
              </a:spcAft>
              <a:buSzPts val="1800"/>
              <a:buChar char="?"/>
            </a:lvl8pPr>
            <a:lvl9pPr algn="l" indent="-342900" lvl="8" marL="4114800">
              <a:spcBef>
                <a:spcPts val="1000"/>
              </a:spcBef>
              <a:spcAft>
                <a:spcPts val="0"/>
              </a:spcAft>
              <a:buSzPts val="1800"/>
              <a:buChar char="?"/>
            </a:lvl9pPr>
          </a:lstStyle>
          <a:p/>
        </p:txBody>
      </p:sp>
      <p:sp>
        <p:nvSpPr>
          <p:cNvPr id="1048741" name="Google Shape;91;p20"/>
          <p:cNvSpPr txBox="1"/>
          <p:nvPr>
            <p:ph type="body" idx="2"/>
          </p:nvPr>
        </p:nvSpPr>
        <p:spPr>
          <a:xfrm>
            <a:off x="2589212" y="1598613"/>
            <a:ext cx="3505199" cy="4262436"/>
          </a:xfrm>
          <a:prstGeom prst="rect"/>
          <a:noFill/>
          <a:ln>
            <a:noFill/>
          </a:ln>
        </p:spPr>
        <p:txBody>
          <a:bodyPr anchor="t" anchorCtr="0" bIns="45700" lIns="91425" rIns="91425" spcFirstLastPara="1" tIns="45700" wrap="square">
            <a:normAutofit/>
          </a:bodyPr>
          <a:lstStyle>
            <a:lvl1pPr algn="l" indent="-228600" lvl="0" marL="457200">
              <a:spcBef>
                <a:spcPts val="1000"/>
              </a:spcBef>
              <a:spcAft>
                <a:spcPts val="0"/>
              </a:spcAft>
              <a:buSzPts val="1400"/>
              <a:buNone/>
              <a:defRPr sz="1400"/>
            </a:lvl1pPr>
            <a:lvl2pPr algn="l" indent="-228600" lvl="1" marL="914400">
              <a:spcBef>
                <a:spcPts val="1000"/>
              </a:spcBef>
              <a:spcAft>
                <a:spcPts val="0"/>
              </a:spcAft>
              <a:buSzPts val="1200"/>
              <a:buNone/>
              <a:defRPr sz="1200"/>
            </a:lvl2pPr>
            <a:lvl3pPr algn="l" indent="-228600" lvl="2" marL="1371600">
              <a:spcBef>
                <a:spcPts val="1000"/>
              </a:spcBef>
              <a:spcAft>
                <a:spcPts val="0"/>
              </a:spcAft>
              <a:buSzPts val="1000"/>
              <a:buNone/>
              <a:defRPr sz="1000"/>
            </a:lvl3pPr>
            <a:lvl4pPr algn="l" indent="-228600" lvl="3" marL="1828800">
              <a:spcBef>
                <a:spcPts val="1000"/>
              </a:spcBef>
              <a:spcAft>
                <a:spcPts val="0"/>
              </a:spcAft>
              <a:buSzPts val="900"/>
              <a:buNone/>
              <a:defRPr sz="900"/>
            </a:lvl4pPr>
            <a:lvl5pPr algn="l" indent="-228600" lvl="4" marL="2286000">
              <a:spcBef>
                <a:spcPts val="1000"/>
              </a:spcBef>
              <a:spcAft>
                <a:spcPts val="0"/>
              </a:spcAft>
              <a:buSzPts val="900"/>
              <a:buNone/>
              <a:defRPr sz="900"/>
            </a:lvl5pPr>
            <a:lvl6pPr algn="l" indent="-228600" lvl="5" marL="2743200">
              <a:spcBef>
                <a:spcPts val="1000"/>
              </a:spcBef>
              <a:spcAft>
                <a:spcPts val="0"/>
              </a:spcAft>
              <a:buSzPts val="900"/>
              <a:buNone/>
              <a:defRPr sz="900"/>
            </a:lvl6pPr>
            <a:lvl7pPr algn="l" indent="-228600" lvl="6" marL="3200400">
              <a:spcBef>
                <a:spcPts val="1000"/>
              </a:spcBef>
              <a:spcAft>
                <a:spcPts val="0"/>
              </a:spcAft>
              <a:buSzPts val="900"/>
              <a:buNone/>
              <a:defRPr sz="900"/>
            </a:lvl7pPr>
            <a:lvl8pPr algn="l" indent="-228600" lvl="7" marL="3657600">
              <a:spcBef>
                <a:spcPts val="1000"/>
              </a:spcBef>
              <a:spcAft>
                <a:spcPts val="0"/>
              </a:spcAft>
              <a:buSzPts val="900"/>
              <a:buNone/>
              <a:defRPr sz="900"/>
            </a:lvl8pPr>
            <a:lvl9pPr algn="l" indent="-228600" lvl="8" marL="4114800">
              <a:spcBef>
                <a:spcPts val="1000"/>
              </a:spcBef>
              <a:spcAft>
                <a:spcPts val="0"/>
              </a:spcAft>
              <a:buSzPts val="900"/>
              <a:buNone/>
              <a:defRPr sz="900"/>
            </a:lvl9pPr>
          </a:lstStyle>
          <a:p/>
        </p:txBody>
      </p:sp>
      <p:sp>
        <p:nvSpPr>
          <p:cNvPr id="1048742" name="Google Shape;92;p20"/>
          <p:cNvSpPr txBox="1"/>
          <p:nvPr>
            <p:ph type="dt" idx="10"/>
          </p:nvPr>
        </p:nvSpPr>
        <p:spPr>
          <a:xfrm>
            <a:off x="10361612" y="6130437"/>
            <a:ext cx="1146283" cy="370396"/>
          </a:xfrm>
          <a:prstGeom prst="rect"/>
          <a:noFill/>
          <a:ln>
            <a:noFill/>
          </a:ln>
        </p:spPr>
        <p:txBody>
          <a:bodyPr anchor="ctr" anchorCtr="0" bIns="45700" lIns="91425" rIns="91425" spcFirstLastPara="1" tIns="45700" wrap="square">
            <a:noAutofit/>
          </a:bodyPr>
          <a:lstStyle>
            <a:lvl1pPr algn="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43" name="Google Shape;93;p20"/>
          <p:cNvSpPr txBox="1"/>
          <p:nvPr>
            <p:ph type="ftr" idx="11"/>
          </p:nvPr>
        </p:nvSpPr>
        <p:spPr>
          <a:xfrm>
            <a:off x="2589212" y="6135808"/>
            <a:ext cx="7619999"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44" name="Google Shape;94;p20"/>
          <p:cNvSpPr/>
          <p:nvPr/>
        </p:nvSpPr>
        <p:spPr>
          <a:xfrm rot="10800000" flipH="1">
            <a:off x="-4189" y="714375"/>
            <a:ext cx="1588527" cy="507297"/>
          </a:xfrm>
          <a:custGeom>
            <a:avLst/>
            <a:ah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745" name="Google Shape;95;p20"/>
          <p:cNvSpPr txBox="1"/>
          <p:nvPr>
            <p:ph type="sldNum" idx="12"/>
          </p:nvPr>
        </p:nvSpPr>
        <p:spPr>
          <a:xfrm>
            <a:off x="531812" y="787782"/>
            <a:ext cx="779767"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PH"/>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70" name="Shape 96"/>
        <p:cNvGrpSpPr/>
        <p:nvPr/>
      </p:nvGrpSpPr>
      <p:grpSpPr>
        <a:xfrm>
          <a:off x="0" y="0"/>
          <a:ext cx="0" cy="0"/>
          <a:chOff x="0" y="0"/>
          <a:chExt cx="0" cy="0"/>
        </a:xfrm>
      </p:grpSpPr>
      <p:sp>
        <p:nvSpPr>
          <p:cNvPr id="1048681" name="Google Shape;97;p21"/>
          <p:cNvSpPr txBox="1"/>
          <p:nvPr>
            <p:ph type="title"/>
          </p:nvPr>
        </p:nvSpPr>
        <p:spPr>
          <a:xfrm>
            <a:off x="2589213" y="4800600"/>
            <a:ext cx="8915400" cy="566738"/>
          </a:xfrm>
          <a:prstGeom prst="rect"/>
          <a:noFill/>
          <a:ln>
            <a:noFill/>
          </a:ln>
        </p:spPr>
        <p:txBody>
          <a:bodyPr anchor="b" anchorCtr="0" bIns="45700" lIns="91425" rIns="91425" spcFirstLastPara="1" tIns="45700" wrap="square">
            <a:normAutofit/>
          </a:bodyPr>
          <a:lstStyle>
            <a:lvl1pPr algn="l" lvl="0">
              <a:spcBef>
                <a:spcPts val="0"/>
              </a:spcBef>
              <a:spcAft>
                <a:spcPts val="0"/>
              </a:spcAft>
              <a:buClr>
                <a:srgbClr val="262626"/>
              </a:buClr>
              <a:buSzPts val="2400"/>
              <a:buFont typeface="Century Gothic"/>
              <a:buNone/>
              <a:defRPr b="0" sz="2400"/>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82" name="Google Shape;98;p21"/>
          <p:cNvSpPr/>
          <p:nvPr>
            <p:ph type="pic" idx="2"/>
          </p:nvPr>
        </p:nvSpPr>
        <p:spPr>
          <a:xfrm>
            <a:off x="2589212" y="634965"/>
            <a:ext cx="8915400" cy="3854970"/>
          </a:xfrm>
          <a:prstGeom prst="rect"/>
          <a:noFill/>
          <a:ln>
            <a:noFill/>
          </a:ln>
        </p:spPr>
      </p:sp>
      <p:sp>
        <p:nvSpPr>
          <p:cNvPr id="1048683" name="Google Shape;99;p21"/>
          <p:cNvSpPr txBox="1"/>
          <p:nvPr>
            <p:ph type="body" idx="1"/>
          </p:nvPr>
        </p:nvSpPr>
        <p:spPr>
          <a:xfrm>
            <a:off x="2589213" y="5367338"/>
            <a:ext cx="8915400" cy="493712"/>
          </a:xfrm>
          <a:prstGeom prst="rect"/>
          <a:noFill/>
          <a:ln>
            <a:noFill/>
          </a:ln>
        </p:spPr>
        <p:txBody>
          <a:bodyPr anchor="t" anchorCtr="0" bIns="45700" lIns="91425" rIns="91425" spcFirstLastPara="1" tIns="45700" wrap="square">
            <a:normAutofit/>
          </a:bodyPr>
          <a:lstStyle>
            <a:lvl1pPr algn="l" indent="-228600" lvl="0" marL="457200">
              <a:spcBef>
                <a:spcPts val="1000"/>
              </a:spcBef>
              <a:spcAft>
                <a:spcPts val="0"/>
              </a:spcAft>
              <a:buSzPts val="1200"/>
              <a:buNone/>
              <a:defRPr sz="1200"/>
            </a:lvl1pPr>
            <a:lvl2pPr algn="l" indent="-228600" lvl="1" marL="914400">
              <a:spcBef>
                <a:spcPts val="1000"/>
              </a:spcBef>
              <a:spcAft>
                <a:spcPts val="0"/>
              </a:spcAft>
              <a:buSzPts val="1200"/>
              <a:buNone/>
              <a:defRPr sz="1200"/>
            </a:lvl2pPr>
            <a:lvl3pPr algn="l" indent="-228600" lvl="2" marL="1371600">
              <a:spcBef>
                <a:spcPts val="1000"/>
              </a:spcBef>
              <a:spcAft>
                <a:spcPts val="0"/>
              </a:spcAft>
              <a:buSzPts val="1000"/>
              <a:buNone/>
              <a:defRPr sz="1000"/>
            </a:lvl3pPr>
            <a:lvl4pPr algn="l" indent="-228600" lvl="3" marL="1828800">
              <a:spcBef>
                <a:spcPts val="1000"/>
              </a:spcBef>
              <a:spcAft>
                <a:spcPts val="0"/>
              </a:spcAft>
              <a:buSzPts val="900"/>
              <a:buNone/>
              <a:defRPr sz="900"/>
            </a:lvl4pPr>
            <a:lvl5pPr algn="l" indent="-228600" lvl="4" marL="2286000">
              <a:spcBef>
                <a:spcPts val="1000"/>
              </a:spcBef>
              <a:spcAft>
                <a:spcPts val="0"/>
              </a:spcAft>
              <a:buSzPts val="900"/>
              <a:buNone/>
              <a:defRPr sz="900"/>
            </a:lvl5pPr>
            <a:lvl6pPr algn="l" indent="-228600" lvl="5" marL="2743200">
              <a:spcBef>
                <a:spcPts val="1000"/>
              </a:spcBef>
              <a:spcAft>
                <a:spcPts val="0"/>
              </a:spcAft>
              <a:buSzPts val="900"/>
              <a:buNone/>
              <a:defRPr sz="900"/>
            </a:lvl6pPr>
            <a:lvl7pPr algn="l" indent="-228600" lvl="6" marL="3200400">
              <a:spcBef>
                <a:spcPts val="1000"/>
              </a:spcBef>
              <a:spcAft>
                <a:spcPts val="0"/>
              </a:spcAft>
              <a:buSzPts val="900"/>
              <a:buNone/>
              <a:defRPr sz="900"/>
            </a:lvl7pPr>
            <a:lvl8pPr algn="l" indent="-228600" lvl="7" marL="3657600">
              <a:spcBef>
                <a:spcPts val="1000"/>
              </a:spcBef>
              <a:spcAft>
                <a:spcPts val="0"/>
              </a:spcAft>
              <a:buSzPts val="900"/>
              <a:buNone/>
              <a:defRPr sz="900"/>
            </a:lvl8pPr>
            <a:lvl9pPr algn="l" indent="-228600" lvl="8" marL="4114800">
              <a:spcBef>
                <a:spcPts val="1000"/>
              </a:spcBef>
              <a:spcAft>
                <a:spcPts val="0"/>
              </a:spcAft>
              <a:buSzPts val="900"/>
              <a:buNone/>
              <a:defRPr sz="900"/>
            </a:lvl9pPr>
          </a:lstStyle>
          <a:p/>
        </p:txBody>
      </p:sp>
      <p:sp>
        <p:nvSpPr>
          <p:cNvPr id="1048684" name="Google Shape;100;p21"/>
          <p:cNvSpPr txBox="1"/>
          <p:nvPr>
            <p:ph type="dt" idx="10"/>
          </p:nvPr>
        </p:nvSpPr>
        <p:spPr>
          <a:xfrm>
            <a:off x="10361612" y="6130437"/>
            <a:ext cx="1146283" cy="370396"/>
          </a:xfrm>
          <a:prstGeom prst="rect"/>
          <a:noFill/>
          <a:ln>
            <a:noFill/>
          </a:ln>
        </p:spPr>
        <p:txBody>
          <a:bodyPr anchor="ctr" anchorCtr="0" bIns="45700" lIns="91425" rIns="91425" spcFirstLastPara="1" tIns="45700" wrap="square">
            <a:noAutofit/>
          </a:bodyPr>
          <a:lstStyle>
            <a:lvl1pPr algn="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85" name="Google Shape;101;p21"/>
          <p:cNvSpPr txBox="1"/>
          <p:nvPr>
            <p:ph type="ftr" idx="11"/>
          </p:nvPr>
        </p:nvSpPr>
        <p:spPr>
          <a:xfrm>
            <a:off x="2589212" y="6135808"/>
            <a:ext cx="7619999"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86" name="Google Shape;102;p21"/>
          <p:cNvSpPr/>
          <p:nvPr/>
        </p:nvSpPr>
        <p:spPr>
          <a:xfrm rot="10800000" flipH="1">
            <a:off x="-4189" y="4911725"/>
            <a:ext cx="1588527" cy="507297"/>
          </a:xfrm>
          <a:custGeom>
            <a:avLst/>
            <a:ah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687" name="Google Shape;103;p21"/>
          <p:cNvSpPr txBox="1"/>
          <p:nvPr>
            <p:ph type="sldNum" idx="12"/>
          </p:nvPr>
        </p:nvSpPr>
        <p:spPr>
          <a:xfrm>
            <a:off x="531812" y="4983087"/>
            <a:ext cx="779767"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PH"/>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76" name="Shape 104"/>
        <p:cNvGrpSpPr/>
        <p:nvPr/>
      </p:nvGrpSpPr>
      <p:grpSpPr>
        <a:xfrm>
          <a:off x="0" y="0"/>
          <a:ext cx="0" cy="0"/>
          <a:chOff x="0" y="0"/>
          <a:chExt cx="0" cy="0"/>
        </a:xfrm>
      </p:grpSpPr>
      <p:sp>
        <p:nvSpPr>
          <p:cNvPr id="1048719" name="Google Shape;105;p22"/>
          <p:cNvSpPr txBox="1"/>
          <p:nvPr>
            <p:ph type="title"/>
          </p:nvPr>
        </p:nvSpPr>
        <p:spPr>
          <a:xfrm>
            <a:off x="2589212" y="609600"/>
            <a:ext cx="8915399" cy="3117040"/>
          </a:xfrm>
          <a:prstGeom prst="rect"/>
          <a:noFill/>
          <a:ln>
            <a:noFill/>
          </a:ln>
        </p:spPr>
        <p:txBody>
          <a:bodyPr anchor="ctr" anchorCtr="0" bIns="45700" lIns="91425" rIns="91425" spcFirstLastPara="1" tIns="45700" wrap="square">
            <a:normAutofit/>
          </a:bodyPr>
          <a:lstStyle>
            <a:lvl1pPr algn="l" lvl="0">
              <a:spcBef>
                <a:spcPts val="0"/>
              </a:spcBef>
              <a:spcAft>
                <a:spcPts val="0"/>
              </a:spcAft>
              <a:buClr>
                <a:srgbClr val="262626"/>
              </a:buClr>
              <a:buSzPts val="4800"/>
              <a:buFont typeface="Century Gothic"/>
              <a:buNone/>
              <a:defRPr b="0" cap="none" sz="4800"/>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20" name="Google Shape;106;p22"/>
          <p:cNvSpPr txBox="1"/>
          <p:nvPr>
            <p:ph type="body" idx="1"/>
          </p:nvPr>
        </p:nvSpPr>
        <p:spPr>
          <a:xfrm>
            <a:off x="2589212" y="4354046"/>
            <a:ext cx="8915399" cy="1555864"/>
          </a:xfrm>
          <a:prstGeom prst="rect"/>
          <a:noFill/>
          <a:ln>
            <a:noFill/>
          </a:ln>
        </p:spPr>
        <p:txBody>
          <a:bodyPr anchor="ctr" anchorCtr="0" bIns="45700" lIns="91425" rIns="91425" spcFirstLastPara="1" tIns="45700" wrap="square">
            <a:normAutofit/>
          </a:bodyPr>
          <a:lstStyle>
            <a:lvl1pPr algn="l" indent="-228600" lvl="0" marL="457200">
              <a:spcBef>
                <a:spcPts val="1000"/>
              </a:spcBef>
              <a:spcAft>
                <a:spcPts val="0"/>
              </a:spcAft>
              <a:buSzPts val="1800"/>
              <a:buNone/>
              <a:defRPr sz="1800">
                <a:solidFill>
                  <a:srgbClr val="595959"/>
                </a:solidFill>
              </a:defRPr>
            </a:lvl1pPr>
            <a:lvl2pPr algn="l" indent="-228600" lvl="1" marL="914400">
              <a:spcBef>
                <a:spcPts val="1000"/>
              </a:spcBef>
              <a:spcAft>
                <a:spcPts val="0"/>
              </a:spcAft>
              <a:buSzPts val="1800"/>
              <a:buNone/>
              <a:defRPr sz="1800">
                <a:solidFill>
                  <a:srgbClr val="888888"/>
                </a:solidFill>
              </a:defRPr>
            </a:lvl2pPr>
            <a:lvl3pPr algn="l" indent="-228600" lvl="2" marL="1371600">
              <a:spcBef>
                <a:spcPts val="1000"/>
              </a:spcBef>
              <a:spcAft>
                <a:spcPts val="0"/>
              </a:spcAft>
              <a:buSzPts val="1600"/>
              <a:buNone/>
              <a:defRPr sz="1600">
                <a:solidFill>
                  <a:srgbClr val="888888"/>
                </a:solidFill>
              </a:defRPr>
            </a:lvl3pPr>
            <a:lvl4pPr algn="l" indent="-228600" lvl="3" marL="1828800">
              <a:spcBef>
                <a:spcPts val="1000"/>
              </a:spcBef>
              <a:spcAft>
                <a:spcPts val="0"/>
              </a:spcAft>
              <a:buSzPts val="1400"/>
              <a:buNone/>
              <a:defRPr sz="1400">
                <a:solidFill>
                  <a:srgbClr val="888888"/>
                </a:solidFill>
              </a:defRPr>
            </a:lvl4pPr>
            <a:lvl5pPr algn="l" indent="-228600" lvl="4" marL="2286000">
              <a:spcBef>
                <a:spcPts val="1000"/>
              </a:spcBef>
              <a:spcAft>
                <a:spcPts val="0"/>
              </a:spcAft>
              <a:buSzPts val="1400"/>
              <a:buNone/>
              <a:defRPr sz="1400">
                <a:solidFill>
                  <a:srgbClr val="888888"/>
                </a:solidFill>
              </a:defRPr>
            </a:lvl5pPr>
            <a:lvl6pPr algn="l" indent="-228600" lvl="5" marL="2743200">
              <a:spcBef>
                <a:spcPts val="1000"/>
              </a:spcBef>
              <a:spcAft>
                <a:spcPts val="0"/>
              </a:spcAft>
              <a:buSzPts val="1400"/>
              <a:buNone/>
              <a:defRPr sz="1400">
                <a:solidFill>
                  <a:srgbClr val="888888"/>
                </a:solidFill>
              </a:defRPr>
            </a:lvl6pPr>
            <a:lvl7pPr algn="l" indent="-228600" lvl="6" marL="3200400">
              <a:spcBef>
                <a:spcPts val="1000"/>
              </a:spcBef>
              <a:spcAft>
                <a:spcPts val="0"/>
              </a:spcAft>
              <a:buSzPts val="1400"/>
              <a:buNone/>
              <a:defRPr sz="1400">
                <a:solidFill>
                  <a:srgbClr val="888888"/>
                </a:solidFill>
              </a:defRPr>
            </a:lvl7pPr>
            <a:lvl8pPr algn="l" indent="-228600" lvl="7" marL="3657600">
              <a:spcBef>
                <a:spcPts val="1000"/>
              </a:spcBef>
              <a:spcAft>
                <a:spcPts val="0"/>
              </a:spcAft>
              <a:buSzPts val="1400"/>
              <a:buNone/>
              <a:defRPr sz="1400">
                <a:solidFill>
                  <a:srgbClr val="888888"/>
                </a:solidFill>
              </a:defRPr>
            </a:lvl8pPr>
            <a:lvl9pPr algn="l" indent="-228600" lvl="8" marL="4114800">
              <a:spcBef>
                <a:spcPts val="1000"/>
              </a:spcBef>
              <a:spcAft>
                <a:spcPts val="0"/>
              </a:spcAft>
              <a:buSzPts val="1400"/>
              <a:buNone/>
              <a:defRPr sz="1400">
                <a:solidFill>
                  <a:srgbClr val="888888"/>
                </a:solidFill>
              </a:defRPr>
            </a:lvl9pPr>
          </a:lstStyle>
          <a:p/>
        </p:txBody>
      </p:sp>
      <p:sp>
        <p:nvSpPr>
          <p:cNvPr id="1048721" name="Google Shape;107;p22"/>
          <p:cNvSpPr txBox="1"/>
          <p:nvPr>
            <p:ph type="dt" idx="10"/>
          </p:nvPr>
        </p:nvSpPr>
        <p:spPr>
          <a:xfrm>
            <a:off x="10361612" y="6130437"/>
            <a:ext cx="1146283" cy="370396"/>
          </a:xfrm>
          <a:prstGeom prst="rect"/>
          <a:noFill/>
          <a:ln>
            <a:noFill/>
          </a:ln>
        </p:spPr>
        <p:txBody>
          <a:bodyPr anchor="ctr" anchorCtr="0" bIns="45700" lIns="91425" rIns="91425" spcFirstLastPara="1" tIns="45700" wrap="square">
            <a:noAutofit/>
          </a:bodyPr>
          <a:lstStyle>
            <a:lvl1pPr algn="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22" name="Google Shape;108;p22"/>
          <p:cNvSpPr txBox="1"/>
          <p:nvPr>
            <p:ph type="ftr" idx="11"/>
          </p:nvPr>
        </p:nvSpPr>
        <p:spPr>
          <a:xfrm>
            <a:off x="2589212" y="6135808"/>
            <a:ext cx="7619999"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23" name="Google Shape;109;p22"/>
          <p:cNvSpPr/>
          <p:nvPr/>
        </p:nvSpPr>
        <p:spPr>
          <a:xfrm rot="10800000" flipH="1">
            <a:off x="-4189" y="3178175"/>
            <a:ext cx="1588527" cy="507297"/>
          </a:xfrm>
          <a:custGeom>
            <a:avLst/>
            <a:ah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724" name="Google Shape;110;p22"/>
          <p:cNvSpPr txBox="1"/>
          <p:nvPr>
            <p:ph type="sldNum" idx="12"/>
          </p:nvPr>
        </p:nvSpPr>
        <p:spPr>
          <a:xfrm>
            <a:off x="531812" y="3244139"/>
            <a:ext cx="779767"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PH"/>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69" name="Shape 111"/>
        <p:cNvGrpSpPr/>
        <p:nvPr/>
      </p:nvGrpSpPr>
      <p:grpSpPr>
        <a:xfrm>
          <a:off x="0" y="0"/>
          <a:ext cx="0" cy="0"/>
          <a:chOff x="0" y="0"/>
          <a:chExt cx="0" cy="0"/>
        </a:xfrm>
      </p:grpSpPr>
      <p:sp>
        <p:nvSpPr>
          <p:cNvPr id="1048672" name="Google Shape;112;p23"/>
          <p:cNvSpPr txBox="1"/>
          <p:nvPr>
            <p:ph type="title"/>
          </p:nvPr>
        </p:nvSpPr>
        <p:spPr>
          <a:xfrm>
            <a:off x="2849949" y="609600"/>
            <a:ext cx="8393926" cy="2895600"/>
          </a:xfrm>
          <a:prstGeom prst="rect"/>
          <a:noFill/>
          <a:ln>
            <a:noFill/>
          </a:ln>
        </p:spPr>
        <p:txBody>
          <a:bodyPr anchor="ctr" anchorCtr="0" bIns="45700" lIns="91425" rIns="91425" spcFirstLastPara="1" tIns="45700" wrap="square">
            <a:normAutofit/>
          </a:bodyPr>
          <a:lstStyle>
            <a:lvl1pPr algn="l" lvl="0">
              <a:spcBef>
                <a:spcPts val="0"/>
              </a:spcBef>
              <a:spcAft>
                <a:spcPts val="0"/>
              </a:spcAft>
              <a:buClr>
                <a:srgbClr val="262626"/>
              </a:buClr>
              <a:buSzPts val="4800"/>
              <a:buFont typeface="Century Gothic"/>
              <a:buNone/>
              <a:defRPr b="0" cap="none" sz="4800"/>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73" name="Google Shape;113;p23"/>
          <p:cNvSpPr txBox="1"/>
          <p:nvPr>
            <p:ph type="body" idx="1"/>
          </p:nvPr>
        </p:nvSpPr>
        <p:spPr>
          <a:xfrm>
            <a:off x="3275012" y="3505200"/>
            <a:ext cx="7536554" cy="381000"/>
          </a:xfrm>
          <a:prstGeom prst="rect"/>
          <a:noFill/>
          <a:ln>
            <a:noFill/>
          </a:ln>
        </p:spPr>
        <p:txBody>
          <a:bodyPr anchor="ctr" anchorCtr="0" bIns="45700" lIns="91425" rIns="91425" spcFirstLastPara="1" tIns="45700" wrap="square">
            <a:noAutofit/>
          </a:bodyPr>
          <a:lstStyle>
            <a:lvl1pPr algn="l" indent="-228600" lvl="0" marL="457200">
              <a:spcBef>
                <a:spcPts val="1000"/>
              </a:spcBef>
              <a:spcAft>
                <a:spcPts val="0"/>
              </a:spcAft>
              <a:buSzPts val="1600"/>
              <a:buFont typeface="Century Gothic"/>
              <a:buNone/>
              <a:defRPr sz="1600">
                <a:solidFill>
                  <a:srgbClr val="7F7F7F"/>
                </a:solidFill>
              </a:defRPr>
            </a:lvl1pPr>
            <a:lvl2pPr algn="l" indent="-228600" lvl="1" marL="914400">
              <a:spcBef>
                <a:spcPts val="1000"/>
              </a:spcBef>
              <a:spcAft>
                <a:spcPts val="0"/>
              </a:spcAft>
              <a:buSzPts val="1600"/>
              <a:buFont typeface="Century Gothic"/>
              <a:buNone/>
            </a:lvl2pPr>
            <a:lvl3pPr algn="l" indent="-228600" lvl="2" marL="1371600">
              <a:spcBef>
                <a:spcPts val="1000"/>
              </a:spcBef>
              <a:spcAft>
                <a:spcPts val="0"/>
              </a:spcAft>
              <a:buSzPts val="1400"/>
              <a:buFont typeface="Century Gothic"/>
              <a:buNone/>
            </a:lvl3pPr>
            <a:lvl4pPr algn="l" indent="-228600" lvl="3" marL="1828800">
              <a:spcBef>
                <a:spcPts val="1000"/>
              </a:spcBef>
              <a:spcAft>
                <a:spcPts val="0"/>
              </a:spcAft>
              <a:buSzPts val="1200"/>
              <a:buFont typeface="Century Gothic"/>
              <a:buNone/>
            </a:lvl4pPr>
            <a:lvl5pPr algn="l" indent="-228600" lvl="4" marL="2286000">
              <a:spcBef>
                <a:spcPts val="1000"/>
              </a:spcBef>
              <a:spcAft>
                <a:spcPts val="0"/>
              </a:spcAft>
              <a:buSzPts val="1200"/>
              <a:buFont typeface="Century Gothic"/>
              <a:buNone/>
            </a:lvl5pPr>
            <a:lvl6pPr algn="l" indent="-342900" lvl="5" marL="2743200">
              <a:spcBef>
                <a:spcPts val="1000"/>
              </a:spcBef>
              <a:spcAft>
                <a:spcPts val="0"/>
              </a:spcAft>
              <a:buSzPts val="1800"/>
              <a:buChar char="?"/>
            </a:lvl6pPr>
            <a:lvl7pPr algn="l" indent="-342900" lvl="6" marL="3200400">
              <a:spcBef>
                <a:spcPts val="1000"/>
              </a:spcBef>
              <a:spcAft>
                <a:spcPts val="0"/>
              </a:spcAft>
              <a:buSzPts val="1800"/>
              <a:buChar char="?"/>
            </a:lvl7pPr>
            <a:lvl8pPr algn="l" indent="-342900" lvl="7" marL="3657600">
              <a:spcBef>
                <a:spcPts val="1000"/>
              </a:spcBef>
              <a:spcAft>
                <a:spcPts val="0"/>
              </a:spcAft>
              <a:buSzPts val="1800"/>
              <a:buChar char="?"/>
            </a:lvl8pPr>
            <a:lvl9pPr algn="l" indent="-342900" lvl="8" marL="4114800">
              <a:spcBef>
                <a:spcPts val="1000"/>
              </a:spcBef>
              <a:spcAft>
                <a:spcPts val="0"/>
              </a:spcAft>
              <a:buSzPts val="1800"/>
              <a:buChar char="?"/>
            </a:lvl9pPr>
          </a:lstStyle>
          <a:p/>
        </p:txBody>
      </p:sp>
      <p:sp>
        <p:nvSpPr>
          <p:cNvPr id="1048674" name="Google Shape;114;p23"/>
          <p:cNvSpPr txBox="1"/>
          <p:nvPr>
            <p:ph type="body" idx="2"/>
          </p:nvPr>
        </p:nvSpPr>
        <p:spPr>
          <a:xfrm>
            <a:off x="2589212" y="4354046"/>
            <a:ext cx="8915399" cy="1555864"/>
          </a:xfrm>
          <a:prstGeom prst="rect"/>
          <a:noFill/>
          <a:ln>
            <a:noFill/>
          </a:ln>
        </p:spPr>
        <p:txBody>
          <a:bodyPr anchor="ctr" anchorCtr="0" bIns="45700" lIns="91425" rIns="91425" spcFirstLastPara="1" tIns="45700" wrap="square">
            <a:normAutofit/>
          </a:bodyPr>
          <a:lstStyle>
            <a:lvl1pPr algn="l" indent="-228600" lvl="0" marL="457200">
              <a:spcBef>
                <a:spcPts val="1000"/>
              </a:spcBef>
              <a:spcAft>
                <a:spcPts val="0"/>
              </a:spcAft>
              <a:buSzPts val="1800"/>
              <a:buNone/>
              <a:defRPr sz="1800">
                <a:solidFill>
                  <a:srgbClr val="595959"/>
                </a:solidFill>
              </a:defRPr>
            </a:lvl1pPr>
            <a:lvl2pPr algn="l" indent="-228600" lvl="1" marL="914400">
              <a:spcBef>
                <a:spcPts val="1000"/>
              </a:spcBef>
              <a:spcAft>
                <a:spcPts val="0"/>
              </a:spcAft>
              <a:buSzPts val="1800"/>
              <a:buNone/>
              <a:defRPr sz="1800">
                <a:solidFill>
                  <a:srgbClr val="888888"/>
                </a:solidFill>
              </a:defRPr>
            </a:lvl2pPr>
            <a:lvl3pPr algn="l" indent="-228600" lvl="2" marL="1371600">
              <a:spcBef>
                <a:spcPts val="1000"/>
              </a:spcBef>
              <a:spcAft>
                <a:spcPts val="0"/>
              </a:spcAft>
              <a:buSzPts val="1600"/>
              <a:buNone/>
              <a:defRPr sz="1600">
                <a:solidFill>
                  <a:srgbClr val="888888"/>
                </a:solidFill>
              </a:defRPr>
            </a:lvl3pPr>
            <a:lvl4pPr algn="l" indent="-228600" lvl="3" marL="1828800">
              <a:spcBef>
                <a:spcPts val="1000"/>
              </a:spcBef>
              <a:spcAft>
                <a:spcPts val="0"/>
              </a:spcAft>
              <a:buSzPts val="1400"/>
              <a:buNone/>
              <a:defRPr sz="1400">
                <a:solidFill>
                  <a:srgbClr val="888888"/>
                </a:solidFill>
              </a:defRPr>
            </a:lvl4pPr>
            <a:lvl5pPr algn="l" indent="-228600" lvl="4" marL="2286000">
              <a:spcBef>
                <a:spcPts val="1000"/>
              </a:spcBef>
              <a:spcAft>
                <a:spcPts val="0"/>
              </a:spcAft>
              <a:buSzPts val="1400"/>
              <a:buNone/>
              <a:defRPr sz="1400">
                <a:solidFill>
                  <a:srgbClr val="888888"/>
                </a:solidFill>
              </a:defRPr>
            </a:lvl5pPr>
            <a:lvl6pPr algn="l" indent="-228600" lvl="5" marL="2743200">
              <a:spcBef>
                <a:spcPts val="1000"/>
              </a:spcBef>
              <a:spcAft>
                <a:spcPts val="0"/>
              </a:spcAft>
              <a:buSzPts val="1400"/>
              <a:buNone/>
              <a:defRPr sz="1400">
                <a:solidFill>
                  <a:srgbClr val="888888"/>
                </a:solidFill>
              </a:defRPr>
            </a:lvl6pPr>
            <a:lvl7pPr algn="l" indent="-228600" lvl="6" marL="3200400">
              <a:spcBef>
                <a:spcPts val="1000"/>
              </a:spcBef>
              <a:spcAft>
                <a:spcPts val="0"/>
              </a:spcAft>
              <a:buSzPts val="1400"/>
              <a:buNone/>
              <a:defRPr sz="1400">
                <a:solidFill>
                  <a:srgbClr val="888888"/>
                </a:solidFill>
              </a:defRPr>
            </a:lvl7pPr>
            <a:lvl8pPr algn="l" indent="-228600" lvl="7" marL="3657600">
              <a:spcBef>
                <a:spcPts val="1000"/>
              </a:spcBef>
              <a:spcAft>
                <a:spcPts val="0"/>
              </a:spcAft>
              <a:buSzPts val="1400"/>
              <a:buNone/>
              <a:defRPr sz="1400">
                <a:solidFill>
                  <a:srgbClr val="888888"/>
                </a:solidFill>
              </a:defRPr>
            </a:lvl8pPr>
            <a:lvl9pPr algn="l" indent="-228600" lvl="8" marL="4114800">
              <a:spcBef>
                <a:spcPts val="1000"/>
              </a:spcBef>
              <a:spcAft>
                <a:spcPts val="0"/>
              </a:spcAft>
              <a:buSzPts val="1400"/>
              <a:buNone/>
              <a:defRPr sz="1400">
                <a:solidFill>
                  <a:srgbClr val="888888"/>
                </a:solidFill>
              </a:defRPr>
            </a:lvl9pPr>
          </a:lstStyle>
          <a:p/>
        </p:txBody>
      </p:sp>
      <p:sp>
        <p:nvSpPr>
          <p:cNvPr id="1048675" name="Google Shape;115;p23"/>
          <p:cNvSpPr txBox="1"/>
          <p:nvPr>
            <p:ph type="dt" idx="10"/>
          </p:nvPr>
        </p:nvSpPr>
        <p:spPr>
          <a:xfrm>
            <a:off x="10361612" y="6130437"/>
            <a:ext cx="1146283" cy="370396"/>
          </a:xfrm>
          <a:prstGeom prst="rect"/>
          <a:noFill/>
          <a:ln>
            <a:noFill/>
          </a:ln>
        </p:spPr>
        <p:txBody>
          <a:bodyPr anchor="ctr" anchorCtr="0" bIns="45700" lIns="91425" rIns="91425" spcFirstLastPara="1" tIns="45700" wrap="square">
            <a:noAutofit/>
          </a:bodyPr>
          <a:lstStyle>
            <a:lvl1pPr algn="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76" name="Google Shape;116;p23"/>
          <p:cNvSpPr txBox="1"/>
          <p:nvPr>
            <p:ph type="ftr" idx="11"/>
          </p:nvPr>
        </p:nvSpPr>
        <p:spPr>
          <a:xfrm>
            <a:off x="2589212" y="6135808"/>
            <a:ext cx="7619999"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77" name="Google Shape;117;p23"/>
          <p:cNvSpPr/>
          <p:nvPr/>
        </p:nvSpPr>
        <p:spPr>
          <a:xfrm rot="10800000" flipH="1">
            <a:off x="-4189" y="3178175"/>
            <a:ext cx="1588527" cy="507297"/>
          </a:xfrm>
          <a:custGeom>
            <a:avLst/>
            <a:ah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678" name="Google Shape;118;p23"/>
          <p:cNvSpPr txBox="1"/>
          <p:nvPr>
            <p:ph type="sldNum" idx="12"/>
          </p:nvPr>
        </p:nvSpPr>
        <p:spPr>
          <a:xfrm>
            <a:off x="531812" y="3244139"/>
            <a:ext cx="779767"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PH"/>
              <a:t>‹#›</a:t>
            </a:fld>
          </a:p>
        </p:txBody>
      </p:sp>
      <p:sp>
        <p:nvSpPr>
          <p:cNvPr id="1048679" name="Google Shape;119;p23"/>
          <p:cNvSpPr txBox="1"/>
          <p:nvPr/>
        </p:nvSpPr>
        <p:spPr>
          <a:xfrm>
            <a:off x="2467652" y="648005"/>
            <a:ext cx="609600" cy="584776"/>
          </a:xfrm>
          <a:prstGeom prst="rect"/>
          <a:noFill/>
          <a:ln>
            <a:noFill/>
          </a:ln>
        </p:spPr>
        <p:txBody>
          <a:bodyPr anchor="ctr" anchorCtr="0" bIns="45700" lIns="91425" rIns="91425" spcFirstLastPara="1" tIns="45700" wrap="square">
            <a:noAutofit/>
          </a:bodyPr>
          <a:p>
            <a:pPr algn="l" indent="0" lvl="0" marL="0" marR="0" rtl="0">
              <a:spcBef>
                <a:spcPts val="0"/>
              </a:spcBef>
              <a:spcAft>
                <a:spcPts val="0"/>
              </a:spcAft>
              <a:buNone/>
            </a:pPr>
            <a:r>
              <a:rPr b="0" cap="none" sz="8000" i="0" lang="en-PH" strike="noStrike" u="none">
                <a:solidFill>
                  <a:schemeClr val="accent1"/>
                </a:solidFill>
                <a:latin typeface="Arial"/>
                <a:ea typeface="Arial"/>
                <a:cs typeface="Arial"/>
                <a:sym typeface="Arial"/>
              </a:rPr>
              <a:t>“</a:t>
            </a:r>
          </a:p>
        </p:txBody>
      </p:sp>
      <p:sp>
        <p:nvSpPr>
          <p:cNvPr id="1048680" name="Google Shape;120;p23"/>
          <p:cNvSpPr txBox="1"/>
          <p:nvPr/>
        </p:nvSpPr>
        <p:spPr>
          <a:xfrm>
            <a:off x="11114852" y="2905306"/>
            <a:ext cx="609600" cy="584776"/>
          </a:xfrm>
          <a:prstGeom prst="rect"/>
          <a:noFill/>
          <a:ln>
            <a:noFill/>
          </a:ln>
        </p:spPr>
        <p:txBody>
          <a:bodyPr anchor="ctr" anchorCtr="0" bIns="45700" lIns="91425" rIns="91425" spcFirstLastPara="1" tIns="45700" wrap="square">
            <a:noAutofit/>
          </a:bodyPr>
          <a:p>
            <a:pPr algn="l" indent="0" lvl="0" marL="0" marR="0" rtl="0">
              <a:spcBef>
                <a:spcPts val="0"/>
              </a:spcBef>
              <a:spcAft>
                <a:spcPts val="0"/>
              </a:spcAft>
              <a:buNone/>
            </a:pPr>
            <a:r>
              <a:rPr b="0" cap="none" sz="8000" i="0" lang="en-PH" strike="noStrike" u="none">
                <a:solidFill>
                  <a:schemeClr val="accent1"/>
                </a:solidFill>
                <a:latin typeface="Arial"/>
                <a:ea typeface="Arial"/>
                <a:cs typeface="Arial"/>
                <a:sym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75" name="Shape 121"/>
        <p:cNvGrpSpPr/>
        <p:nvPr/>
      </p:nvGrpSpPr>
      <p:grpSpPr>
        <a:xfrm>
          <a:off x="0" y="0"/>
          <a:ext cx="0" cy="0"/>
          <a:chOff x="0" y="0"/>
          <a:chExt cx="0" cy="0"/>
        </a:xfrm>
      </p:grpSpPr>
      <p:sp>
        <p:nvSpPr>
          <p:cNvPr id="1048713" name="Google Shape;122;p24"/>
          <p:cNvSpPr txBox="1"/>
          <p:nvPr>
            <p:ph type="title"/>
          </p:nvPr>
        </p:nvSpPr>
        <p:spPr>
          <a:xfrm>
            <a:off x="2589213" y="2438400"/>
            <a:ext cx="8915400" cy="2724845"/>
          </a:xfrm>
          <a:prstGeom prst="rect"/>
          <a:noFill/>
          <a:ln>
            <a:noFill/>
          </a:ln>
        </p:spPr>
        <p:txBody>
          <a:bodyPr anchor="b" anchorCtr="0" bIns="45700" lIns="91425" rIns="91425" spcFirstLastPara="1" tIns="45700" wrap="square">
            <a:normAutofit/>
          </a:bodyPr>
          <a:lstStyle>
            <a:lvl1pPr algn="l" lvl="0">
              <a:spcBef>
                <a:spcPts val="0"/>
              </a:spcBef>
              <a:spcAft>
                <a:spcPts val="0"/>
              </a:spcAft>
              <a:buClr>
                <a:srgbClr val="262626"/>
              </a:buClr>
              <a:buSzPts val="4800"/>
              <a:buFont typeface="Century Gothic"/>
              <a:buNone/>
              <a:defRPr b="0" sz="4800"/>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14" name="Google Shape;123;p24"/>
          <p:cNvSpPr txBox="1"/>
          <p:nvPr>
            <p:ph type="body" idx="1"/>
          </p:nvPr>
        </p:nvSpPr>
        <p:spPr>
          <a:xfrm>
            <a:off x="2589213" y="5181600"/>
            <a:ext cx="8915400" cy="729622"/>
          </a:xfrm>
          <a:prstGeom prst="rect"/>
          <a:noFill/>
          <a:ln>
            <a:noFill/>
          </a:ln>
        </p:spPr>
        <p:txBody>
          <a:bodyPr anchor="t" anchorCtr="0" bIns="45700" lIns="91425" rIns="91425" spcFirstLastPara="1" tIns="45700" wrap="square">
            <a:normAutofit/>
          </a:bodyPr>
          <a:lstStyle>
            <a:lvl1pPr algn="l" indent="-228600" lvl="0" marL="457200">
              <a:spcBef>
                <a:spcPts val="1000"/>
              </a:spcBef>
              <a:spcAft>
                <a:spcPts val="0"/>
              </a:spcAft>
              <a:buSzPts val="1800"/>
              <a:buNone/>
              <a:defRPr>
                <a:solidFill>
                  <a:srgbClr val="595959"/>
                </a:solidFill>
              </a:defRPr>
            </a:lvl1pPr>
            <a:lvl2pPr algn="l" indent="-342900" lvl="1" marL="914400">
              <a:spcBef>
                <a:spcPts val="1000"/>
              </a:spcBef>
              <a:spcAft>
                <a:spcPts val="0"/>
              </a:spcAft>
              <a:buSzPts val="1800"/>
              <a:buChar char="?"/>
            </a:lvl2pPr>
            <a:lvl3pPr algn="l" indent="-342900" lvl="2" marL="1371600">
              <a:spcBef>
                <a:spcPts val="1000"/>
              </a:spcBef>
              <a:spcAft>
                <a:spcPts val="0"/>
              </a:spcAft>
              <a:buSzPts val="1800"/>
              <a:buChar char="?"/>
            </a:lvl3pPr>
            <a:lvl4pPr algn="l" indent="-342900" lvl="3" marL="1828800">
              <a:spcBef>
                <a:spcPts val="1000"/>
              </a:spcBef>
              <a:spcAft>
                <a:spcPts val="0"/>
              </a:spcAft>
              <a:buSzPts val="1800"/>
              <a:buChar char="?"/>
            </a:lvl4pPr>
            <a:lvl5pPr algn="l" indent="-342900" lvl="4" marL="2286000">
              <a:spcBef>
                <a:spcPts val="1000"/>
              </a:spcBef>
              <a:spcAft>
                <a:spcPts val="0"/>
              </a:spcAft>
              <a:buSzPts val="1800"/>
              <a:buChar char="?"/>
            </a:lvl5pPr>
            <a:lvl6pPr algn="l" indent="-342900" lvl="5" marL="2743200">
              <a:spcBef>
                <a:spcPts val="1000"/>
              </a:spcBef>
              <a:spcAft>
                <a:spcPts val="0"/>
              </a:spcAft>
              <a:buSzPts val="1800"/>
              <a:buChar char="?"/>
            </a:lvl6pPr>
            <a:lvl7pPr algn="l" indent="-342900" lvl="6" marL="3200400">
              <a:spcBef>
                <a:spcPts val="1000"/>
              </a:spcBef>
              <a:spcAft>
                <a:spcPts val="0"/>
              </a:spcAft>
              <a:buSzPts val="1800"/>
              <a:buChar char="?"/>
            </a:lvl7pPr>
            <a:lvl8pPr algn="l" indent="-342900" lvl="7" marL="3657600">
              <a:spcBef>
                <a:spcPts val="1000"/>
              </a:spcBef>
              <a:spcAft>
                <a:spcPts val="0"/>
              </a:spcAft>
              <a:buSzPts val="1800"/>
              <a:buChar char="?"/>
            </a:lvl8pPr>
            <a:lvl9pPr algn="l" indent="-342900" lvl="8" marL="4114800">
              <a:spcBef>
                <a:spcPts val="1000"/>
              </a:spcBef>
              <a:spcAft>
                <a:spcPts val="0"/>
              </a:spcAft>
              <a:buSzPts val="1800"/>
              <a:buChar char="?"/>
            </a:lvl9pPr>
          </a:lstStyle>
          <a:p/>
        </p:txBody>
      </p:sp>
      <p:sp>
        <p:nvSpPr>
          <p:cNvPr id="1048715" name="Google Shape;124;p24"/>
          <p:cNvSpPr txBox="1"/>
          <p:nvPr>
            <p:ph type="dt" idx="10"/>
          </p:nvPr>
        </p:nvSpPr>
        <p:spPr>
          <a:xfrm>
            <a:off x="10361612" y="6130437"/>
            <a:ext cx="1146283" cy="370396"/>
          </a:xfrm>
          <a:prstGeom prst="rect"/>
          <a:noFill/>
          <a:ln>
            <a:noFill/>
          </a:ln>
        </p:spPr>
        <p:txBody>
          <a:bodyPr anchor="ctr" anchorCtr="0" bIns="45700" lIns="91425" rIns="91425" spcFirstLastPara="1" tIns="45700" wrap="square">
            <a:noAutofit/>
          </a:bodyPr>
          <a:lstStyle>
            <a:lvl1pPr algn="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16" name="Google Shape;125;p24"/>
          <p:cNvSpPr txBox="1"/>
          <p:nvPr>
            <p:ph type="ftr" idx="11"/>
          </p:nvPr>
        </p:nvSpPr>
        <p:spPr>
          <a:xfrm>
            <a:off x="2589212" y="6135808"/>
            <a:ext cx="7619999"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17" name="Google Shape;126;p24"/>
          <p:cNvSpPr/>
          <p:nvPr/>
        </p:nvSpPr>
        <p:spPr>
          <a:xfrm rot="10800000" flipH="1">
            <a:off x="-4189" y="4911725"/>
            <a:ext cx="1588527" cy="507297"/>
          </a:xfrm>
          <a:custGeom>
            <a:avLst/>
            <a:ah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718" name="Google Shape;127;p24"/>
          <p:cNvSpPr txBox="1"/>
          <p:nvPr>
            <p:ph type="sldNum" idx="12"/>
          </p:nvPr>
        </p:nvSpPr>
        <p:spPr>
          <a:xfrm>
            <a:off x="531812" y="4983087"/>
            <a:ext cx="779767"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PH"/>
              <a:t>‹#›</a:t>
            </a:fld>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68" name="Shape 128"/>
        <p:cNvGrpSpPr/>
        <p:nvPr/>
      </p:nvGrpSpPr>
      <p:grpSpPr>
        <a:xfrm>
          <a:off x="0" y="0"/>
          <a:ext cx="0" cy="0"/>
          <a:chOff x="0" y="0"/>
          <a:chExt cx="0" cy="0"/>
        </a:xfrm>
      </p:grpSpPr>
      <p:sp>
        <p:nvSpPr>
          <p:cNvPr id="1048663" name="Google Shape;129;p25"/>
          <p:cNvSpPr txBox="1"/>
          <p:nvPr>
            <p:ph type="title"/>
          </p:nvPr>
        </p:nvSpPr>
        <p:spPr>
          <a:xfrm>
            <a:off x="2849949" y="609600"/>
            <a:ext cx="8393926" cy="2895600"/>
          </a:xfrm>
          <a:prstGeom prst="rect"/>
          <a:noFill/>
          <a:ln>
            <a:noFill/>
          </a:ln>
        </p:spPr>
        <p:txBody>
          <a:bodyPr anchor="ctr" anchorCtr="0" bIns="45700" lIns="91425" rIns="91425" spcFirstLastPara="1" tIns="45700" wrap="square">
            <a:normAutofit/>
          </a:bodyPr>
          <a:lstStyle>
            <a:lvl1pPr algn="l" lvl="0">
              <a:spcBef>
                <a:spcPts val="0"/>
              </a:spcBef>
              <a:spcAft>
                <a:spcPts val="0"/>
              </a:spcAft>
              <a:buClr>
                <a:srgbClr val="262626"/>
              </a:buClr>
              <a:buSzPts val="4800"/>
              <a:buFont typeface="Century Gothic"/>
              <a:buNone/>
              <a:defRPr b="0" cap="none" sz="4800"/>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64" name="Google Shape;130;p25"/>
          <p:cNvSpPr txBox="1"/>
          <p:nvPr>
            <p:ph type="body" idx="1"/>
          </p:nvPr>
        </p:nvSpPr>
        <p:spPr>
          <a:xfrm>
            <a:off x="2589212" y="4343400"/>
            <a:ext cx="8915400" cy="838200"/>
          </a:xfrm>
          <a:prstGeom prst="rect"/>
          <a:noFill/>
          <a:ln>
            <a:noFill/>
          </a:ln>
        </p:spPr>
        <p:txBody>
          <a:bodyPr anchor="b" anchorCtr="0" bIns="45700" lIns="91425" rIns="91425" spcFirstLastPara="1" tIns="45700" wrap="square">
            <a:noAutofit/>
          </a:bodyPr>
          <a:lstStyle>
            <a:lvl1pPr algn="l" indent="-228600" lvl="0" marL="457200">
              <a:spcBef>
                <a:spcPts val="1000"/>
              </a:spcBef>
              <a:spcAft>
                <a:spcPts val="0"/>
              </a:spcAft>
              <a:buSzPts val="2400"/>
              <a:buFont typeface="Century Gothic"/>
              <a:buNone/>
              <a:defRPr sz="2400">
                <a:solidFill>
                  <a:schemeClr val="accent1"/>
                </a:solidFill>
              </a:defRPr>
            </a:lvl1pPr>
            <a:lvl2pPr algn="l" indent="-228600" lvl="1" marL="914400">
              <a:spcBef>
                <a:spcPts val="1000"/>
              </a:spcBef>
              <a:spcAft>
                <a:spcPts val="0"/>
              </a:spcAft>
              <a:buSzPts val="1600"/>
              <a:buFont typeface="Century Gothic"/>
              <a:buNone/>
            </a:lvl2pPr>
            <a:lvl3pPr algn="l" indent="-228600" lvl="2" marL="1371600">
              <a:spcBef>
                <a:spcPts val="1000"/>
              </a:spcBef>
              <a:spcAft>
                <a:spcPts val="0"/>
              </a:spcAft>
              <a:buSzPts val="1400"/>
              <a:buFont typeface="Century Gothic"/>
              <a:buNone/>
            </a:lvl3pPr>
            <a:lvl4pPr algn="l" indent="-228600" lvl="3" marL="1828800">
              <a:spcBef>
                <a:spcPts val="1000"/>
              </a:spcBef>
              <a:spcAft>
                <a:spcPts val="0"/>
              </a:spcAft>
              <a:buSzPts val="1200"/>
              <a:buFont typeface="Century Gothic"/>
              <a:buNone/>
            </a:lvl4pPr>
            <a:lvl5pPr algn="l" indent="-228600" lvl="4" marL="2286000">
              <a:spcBef>
                <a:spcPts val="1000"/>
              </a:spcBef>
              <a:spcAft>
                <a:spcPts val="0"/>
              </a:spcAft>
              <a:buSzPts val="1200"/>
              <a:buFont typeface="Century Gothic"/>
              <a:buNone/>
            </a:lvl5pPr>
            <a:lvl6pPr algn="l" indent="-342900" lvl="5" marL="2743200">
              <a:spcBef>
                <a:spcPts val="1000"/>
              </a:spcBef>
              <a:spcAft>
                <a:spcPts val="0"/>
              </a:spcAft>
              <a:buSzPts val="1800"/>
              <a:buChar char="?"/>
            </a:lvl6pPr>
            <a:lvl7pPr algn="l" indent="-342900" lvl="6" marL="3200400">
              <a:spcBef>
                <a:spcPts val="1000"/>
              </a:spcBef>
              <a:spcAft>
                <a:spcPts val="0"/>
              </a:spcAft>
              <a:buSzPts val="1800"/>
              <a:buChar char="?"/>
            </a:lvl7pPr>
            <a:lvl8pPr algn="l" indent="-342900" lvl="7" marL="3657600">
              <a:spcBef>
                <a:spcPts val="1000"/>
              </a:spcBef>
              <a:spcAft>
                <a:spcPts val="0"/>
              </a:spcAft>
              <a:buSzPts val="1800"/>
              <a:buChar char="?"/>
            </a:lvl8pPr>
            <a:lvl9pPr algn="l" indent="-342900" lvl="8" marL="4114800">
              <a:spcBef>
                <a:spcPts val="1000"/>
              </a:spcBef>
              <a:spcAft>
                <a:spcPts val="0"/>
              </a:spcAft>
              <a:buSzPts val="1800"/>
              <a:buChar char="?"/>
            </a:lvl9pPr>
          </a:lstStyle>
          <a:p/>
        </p:txBody>
      </p:sp>
      <p:sp>
        <p:nvSpPr>
          <p:cNvPr id="1048665" name="Google Shape;131;p25"/>
          <p:cNvSpPr txBox="1"/>
          <p:nvPr>
            <p:ph type="body" idx="2"/>
          </p:nvPr>
        </p:nvSpPr>
        <p:spPr>
          <a:xfrm>
            <a:off x="2589213" y="5181600"/>
            <a:ext cx="8915400" cy="729622"/>
          </a:xfrm>
          <a:prstGeom prst="rect"/>
          <a:noFill/>
          <a:ln>
            <a:noFill/>
          </a:ln>
        </p:spPr>
        <p:txBody>
          <a:bodyPr anchor="t" anchorCtr="0" bIns="45700" lIns="91425" rIns="91425" spcFirstLastPara="1" tIns="45700" wrap="square">
            <a:normAutofit/>
          </a:bodyPr>
          <a:lstStyle>
            <a:lvl1pPr algn="l" indent="-228600" lvl="0" marL="457200">
              <a:spcBef>
                <a:spcPts val="1000"/>
              </a:spcBef>
              <a:spcAft>
                <a:spcPts val="0"/>
              </a:spcAft>
              <a:buSzPts val="1800"/>
              <a:buNone/>
              <a:defRPr>
                <a:solidFill>
                  <a:srgbClr val="595959"/>
                </a:solidFill>
              </a:defRPr>
            </a:lvl1pPr>
            <a:lvl2pPr algn="l" indent="-342900" lvl="1" marL="914400">
              <a:spcBef>
                <a:spcPts val="1000"/>
              </a:spcBef>
              <a:spcAft>
                <a:spcPts val="0"/>
              </a:spcAft>
              <a:buSzPts val="1800"/>
              <a:buChar char="?"/>
            </a:lvl2pPr>
            <a:lvl3pPr algn="l" indent="-342900" lvl="2" marL="1371600">
              <a:spcBef>
                <a:spcPts val="1000"/>
              </a:spcBef>
              <a:spcAft>
                <a:spcPts val="0"/>
              </a:spcAft>
              <a:buSzPts val="1800"/>
              <a:buChar char="?"/>
            </a:lvl3pPr>
            <a:lvl4pPr algn="l" indent="-342900" lvl="3" marL="1828800">
              <a:spcBef>
                <a:spcPts val="1000"/>
              </a:spcBef>
              <a:spcAft>
                <a:spcPts val="0"/>
              </a:spcAft>
              <a:buSzPts val="1800"/>
              <a:buChar char="?"/>
            </a:lvl4pPr>
            <a:lvl5pPr algn="l" indent="-342900" lvl="4" marL="2286000">
              <a:spcBef>
                <a:spcPts val="1000"/>
              </a:spcBef>
              <a:spcAft>
                <a:spcPts val="0"/>
              </a:spcAft>
              <a:buSzPts val="1800"/>
              <a:buChar char="?"/>
            </a:lvl5pPr>
            <a:lvl6pPr algn="l" indent="-342900" lvl="5" marL="2743200">
              <a:spcBef>
                <a:spcPts val="1000"/>
              </a:spcBef>
              <a:spcAft>
                <a:spcPts val="0"/>
              </a:spcAft>
              <a:buSzPts val="1800"/>
              <a:buChar char="?"/>
            </a:lvl6pPr>
            <a:lvl7pPr algn="l" indent="-342900" lvl="6" marL="3200400">
              <a:spcBef>
                <a:spcPts val="1000"/>
              </a:spcBef>
              <a:spcAft>
                <a:spcPts val="0"/>
              </a:spcAft>
              <a:buSzPts val="1800"/>
              <a:buChar char="?"/>
            </a:lvl7pPr>
            <a:lvl8pPr algn="l" indent="-342900" lvl="7" marL="3657600">
              <a:spcBef>
                <a:spcPts val="1000"/>
              </a:spcBef>
              <a:spcAft>
                <a:spcPts val="0"/>
              </a:spcAft>
              <a:buSzPts val="1800"/>
              <a:buChar char="?"/>
            </a:lvl8pPr>
            <a:lvl9pPr algn="l" indent="-342900" lvl="8" marL="4114800">
              <a:spcBef>
                <a:spcPts val="1000"/>
              </a:spcBef>
              <a:spcAft>
                <a:spcPts val="0"/>
              </a:spcAft>
              <a:buSzPts val="1800"/>
              <a:buChar char="?"/>
            </a:lvl9pPr>
          </a:lstStyle>
          <a:p/>
        </p:txBody>
      </p:sp>
      <p:sp>
        <p:nvSpPr>
          <p:cNvPr id="1048666" name="Google Shape;132;p25"/>
          <p:cNvSpPr txBox="1"/>
          <p:nvPr>
            <p:ph type="dt" idx="10"/>
          </p:nvPr>
        </p:nvSpPr>
        <p:spPr>
          <a:xfrm>
            <a:off x="10361612" y="6130437"/>
            <a:ext cx="1146283" cy="370396"/>
          </a:xfrm>
          <a:prstGeom prst="rect"/>
          <a:noFill/>
          <a:ln>
            <a:noFill/>
          </a:ln>
        </p:spPr>
        <p:txBody>
          <a:bodyPr anchor="ctr" anchorCtr="0" bIns="45700" lIns="91425" rIns="91425" spcFirstLastPara="1" tIns="45700" wrap="square">
            <a:noAutofit/>
          </a:bodyPr>
          <a:lstStyle>
            <a:lvl1pPr algn="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67" name="Google Shape;133;p25"/>
          <p:cNvSpPr txBox="1"/>
          <p:nvPr>
            <p:ph type="ftr" idx="11"/>
          </p:nvPr>
        </p:nvSpPr>
        <p:spPr>
          <a:xfrm>
            <a:off x="2589212" y="6135808"/>
            <a:ext cx="7619999"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68" name="Google Shape;134;p25"/>
          <p:cNvSpPr/>
          <p:nvPr/>
        </p:nvSpPr>
        <p:spPr>
          <a:xfrm rot="10800000" flipH="1">
            <a:off x="-4189" y="4911725"/>
            <a:ext cx="1588527" cy="507297"/>
          </a:xfrm>
          <a:custGeom>
            <a:avLst/>
            <a:ah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669" name="Google Shape;135;p25"/>
          <p:cNvSpPr txBox="1"/>
          <p:nvPr>
            <p:ph type="sldNum" idx="12"/>
          </p:nvPr>
        </p:nvSpPr>
        <p:spPr>
          <a:xfrm>
            <a:off x="531812" y="4983087"/>
            <a:ext cx="779767"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PH"/>
              <a:t>‹#›</a:t>
            </a:fld>
          </a:p>
        </p:txBody>
      </p:sp>
      <p:sp>
        <p:nvSpPr>
          <p:cNvPr id="1048670" name="Google Shape;136;p25"/>
          <p:cNvSpPr txBox="1"/>
          <p:nvPr/>
        </p:nvSpPr>
        <p:spPr>
          <a:xfrm>
            <a:off x="2467652" y="648005"/>
            <a:ext cx="609600" cy="584776"/>
          </a:xfrm>
          <a:prstGeom prst="rect"/>
          <a:noFill/>
          <a:ln>
            <a:noFill/>
          </a:ln>
        </p:spPr>
        <p:txBody>
          <a:bodyPr anchor="ctr" anchorCtr="0" bIns="45700" lIns="91425" rIns="91425" spcFirstLastPara="1" tIns="45700" wrap="square">
            <a:noAutofit/>
          </a:bodyPr>
          <a:p>
            <a:pPr algn="l" indent="0" lvl="0" marL="0" marR="0" rtl="0">
              <a:spcBef>
                <a:spcPts val="0"/>
              </a:spcBef>
              <a:spcAft>
                <a:spcPts val="0"/>
              </a:spcAft>
              <a:buNone/>
            </a:pPr>
            <a:r>
              <a:rPr b="0" cap="none" sz="8000" i="0" lang="en-PH" strike="noStrike" u="none">
                <a:solidFill>
                  <a:schemeClr val="accent1"/>
                </a:solidFill>
                <a:latin typeface="Arial"/>
                <a:ea typeface="Arial"/>
                <a:cs typeface="Arial"/>
                <a:sym typeface="Arial"/>
              </a:rPr>
              <a:t>“</a:t>
            </a:r>
          </a:p>
        </p:txBody>
      </p:sp>
      <p:sp>
        <p:nvSpPr>
          <p:cNvPr id="1048671" name="Google Shape;137;p25"/>
          <p:cNvSpPr txBox="1"/>
          <p:nvPr/>
        </p:nvSpPr>
        <p:spPr>
          <a:xfrm>
            <a:off x="11114852" y="2905306"/>
            <a:ext cx="609600" cy="584776"/>
          </a:xfrm>
          <a:prstGeom prst="rect"/>
          <a:noFill/>
          <a:ln>
            <a:noFill/>
          </a:ln>
        </p:spPr>
        <p:txBody>
          <a:bodyPr anchor="ctr" anchorCtr="0" bIns="45700" lIns="91425" rIns="91425" spcFirstLastPara="1" tIns="45700" wrap="square">
            <a:noAutofit/>
          </a:bodyPr>
          <a:p>
            <a:pPr algn="l" indent="0" lvl="0" marL="0" marR="0" rtl="0">
              <a:spcBef>
                <a:spcPts val="0"/>
              </a:spcBef>
              <a:spcAft>
                <a:spcPts val="0"/>
              </a:spcAft>
              <a:buNone/>
            </a:pPr>
            <a:r>
              <a:rPr b="0" cap="none" sz="8000" i="0" lang="en-PH" strike="noStrike" u="none">
                <a:solidFill>
                  <a:schemeClr val="accent1"/>
                </a:solidFill>
                <a:latin typeface="Arial"/>
                <a:ea typeface="Arial"/>
                <a:cs typeface="Arial"/>
                <a:sym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78" name="Shape 138"/>
        <p:cNvGrpSpPr/>
        <p:nvPr/>
      </p:nvGrpSpPr>
      <p:grpSpPr>
        <a:xfrm>
          <a:off x="0" y="0"/>
          <a:ext cx="0" cy="0"/>
          <a:chOff x="0" y="0"/>
          <a:chExt cx="0" cy="0"/>
        </a:xfrm>
      </p:grpSpPr>
      <p:sp>
        <p:nvSpPr>
          <p:cNvPr id="1048732" name="Google Shape;139;p26"/>
          <p:cNvSpPr txBox="1"/>
          <p:nvPr>
            <p:ph type="title"/>
          </p:nvPr>
        </p:nvSpPr>
        <p:spPr>
          <a:xfrm>
            <a:off x="2589212" y="627407"/>
            <a:ext cx="8915399" cy="2880020"/>
          </a:xfrm>
          <a:prstGeom prst="rect"/>
          <a:noFill/>
          <a:ln>
            <a:noFill/>
          </a:ln>
        </p:spPr>
        <p:txBody>
          <a:bodyPr anchor="ctr" anchorCtr="0" bIns="45700" lIns="91425" rIns="91425" spcFirstLastPara="1" tIns="45700" wrap="square">
            <a:normAutofit/>
          </a:bodyPr>
          <a:lstStyle>
            <a:lvl1pPr algn="l" lvl="0">
              <a:spcBef>
                <a:spcPts val="0"/>
              </a:spcBef>
              <a:spcAft>
                <a:spcPts val="0"/>
              </a:spcAft>
              <a:buClr>
                <a:srgbClr val="262626"/>
              </a:buClr>
              <a:buSzPts val="4800"/>
              <a:buFont typeface="Century Gothic"/>
              <a:buNone/>
              <a:defRPr b="0" sz="4800"/>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33" name="Google Shape;140;p26"/>
          <p:cNvSpPr txBox="1"/>
          <p:nvPr>
            <p:ph type="body" idx="1"/>
          </p:nvPr>
        </p:nvSpPr>
        <p:spPr>
          <a:xfrm>
            <a:off x="2589212" y="4343400"/>
            <a:ext cx="8915400" cy="838200"/>
          </a:xfrm>
          <a:prstGeom prst="rect"/>
          <a:noFill/>
          <a:ln>
            <a:noFill/>
          </a:ln>
        </p:spPr>
        <p:txBody>
          <a:bodyPr anchor="b" anchorCtr="0" bIns="45700" lIns="91425" rIns="91425" spcFirstLastPara="1" tIns="45700" wrap="square">
            <a:noAutofit/>
          </a:bodyPr>
          <a:lstStyle>
            <a:lvl1pPr algn="l" indent="-228600" lvl="0" marL="457200">
              <a:spcBef>
                <a:spcPts val="1000"/>
              </a:spcBef>
              <a:spcAft>
                <a:spcPts val="0"/>
              </a:spcAft>
              <a:buSzPts val="2400"/>
              <a:buFont typeface="Century Gothic"/>
              <a:buNone/>
              <a:defRPr sz="2400">
                <a:solidFill>
                  <a:schemeClr val="accent1"/>
                </a:solidFill>
              </a:defRPr>
            </a:lvl1pPr>
            <a:lvl2pPr algn="l" indent="-228600" lvl="1" marL="914400">
              <a:spcBef>
                <a:spcPts val="1000"/>
              </a:spcBef>
              <a:spcAft>
                <a:spcPts val="0"/>
              </a:spcAft>
              <a:buSzPts val="1600"/>
              <a:buFont typeface="Century Gothic"/>
              <a:buNone/>
            </a:lvl2pPr>
            <a:lvl3pPr algn="l" indent="-228600" lvl="2" marL="1371600">
              <a:spcBef>
                <a:spcPts val="1000"/>
              </a:spcBef>
              <a:spcAft>
                <a:spcPts val="0"/>
              </a:spcAft>
              <a:buSzPts val="1400"/>
              <a:buFont typeface="Century Gothic"/>
              <a:buNone/>
            </a:lvl3pPr>
            <a:lvl4pPr algn="l" indent="-228600" lvl="3" marL="1828800">
              <a:spcBef>
                <a:spcPts val="1000"/>
              </a:spcBef>
              <a:spcAft>
                <a:spcPts val="0"/>
              </a:spcAft>
              <a:buSzPts val="1200"/>
              <a:buFont typeface="Century Gothic"/>
              <a:buNone/>
            </a:lvl4pPr>
            <a:lvl5pPr algn="l" indent="-228600" lvl="4" marL="2286000">
              <a:spcBef>
                <a:spcPts val="1000"/>
              </a:spcBef>
              <a:spcAft>
                <a:spcPts val="0"/>
              </a:spcAft>
              <a:buSzPts val="1200"/>
              <a:buFont typeface="Century Gothic"/>
              <a:buNone/>
            </a:lvl5pPr>
            <a:lvl6pPr algn="l" indent="-342900" lvl="5" marL="2743200">
              <a:spcBef>
                <a:spcPts val="1000"/>
              </a:spcBef>
              <a:spcAft>
                <a:spcPts val="0"/>
              </a:spcAft>
              <a:buSzPts val="1800"/>
              <a:buChar char="?"/>
            </a:lvl6pPr>
            <a:lvl7pPr algn="l" indent="-342900" lvl="6" marL="3200400">
              <a:spcBef>
                <a:spcPts val="1000"/>
              </a:spcBef>
              <a:spcAft>
                <a:spcPts val="0"/>
              </a:spcAft>
              <a:buSzPts val="1800"/>
              <a:buChar char="?"/>
            </a:lvl7pPr>
            <a:lvl8pPr algn="l" indent="-342900" lvl="7" marL="3657600">
              <a:spcBef>
                <a:spcPts val="1000"/>
              </a:spcBef>
              <a:spcAft>
                <a:spcPts val="0"/>
              </a:spcAft>
              <a:buSzPts val="1800"/>
              <a:buChar char="?"/>
            </a:lvl8pPr>
            <a:lvl9pPr algn="l" indent="-342900" lvl="8" marL="4114800">
              <a:spcBef>
                <a:spcPts val="1000"/>
              </a:spcBef>
              <a:spcAft>
                <a:spcPts val="0"/>
              </a:spcAft>
              <a:buSzPts val="1800"/>
              <a:buChar char="?"/>
            </a:lvl9pPr>
          </a:lstStyle>
          <a:p/>
        </p:txBody>
      </p:sp>
      <p:sp>
        <p:nvSpPr>
          <p:cNvPr id="1048734" name="Google Shape;141;p26"/>
          <p:cNvSpPr txBox="1"/>
          <p:nvPr>
            <p:ph type="body" idx="2"/>
          </p:nvPr>
        </p:nvSpPr>
        <p:spPr>
          <a:xfrm>
            <a:off x="2589213" y="5181600"/>
            <a:ext cx="8915400" cy="729622"/>
          </a:xfrm>
          <a:prstGeom prst="rect"/>
          <a:noFill/>
          <a:ln>
            <a:noFill/>
          </a:ln>
        </p:spPr>
        <p:txBody>
          <a:bodyPr anchor="t" anchorCtr="0" bIns="45700" lIns="91425" rIns="91425" spcFirstLastPara="1" tIns="45700" wrap="square">
            <a:normAutofit/>
          </a:bodyPr>
          <a:lstStyle>
            <a:lvl1pPr algn="l" indent="-228600" lvl="0" marL="457200">
              <a:spcBef>
                <a:spcPts val="1000"/>
              </a:spcBef>
              <a:spcAft>
                <a:spcPts val="0"/>
              </a:spcAft>
              <a:buSzPts val="1800"/>
              <a:buNone/>
              <a:defRPr>
                <a:solidFill>
                  <a:srgbClr val="595959"/>
                </a:solidFill>
              </a:defRPr>
            </a:lvl1pPr>
            <a:lvl2pPr algn="l" indent="-342900" lvl="1" marL="914400">
              <a:spcBef>
                <a:spcPts val="1000"/>
              </a:spcBef>
              <a:spcAft>
                <a:spcPts val="0"/>
              </a:spcAft>
              <a:buSzPts val="1800"/>
              <a:buChar char="?"/>
            </a:lvl2pPr>
            <a:lvl3pPr algn="l" indent="-342900" lvl="2" marL="1371600">
              <a:spcBef>
                <a:spcPts val="1000"/>
              </a:spcBef>
              <a:spcAft>
                <a:spcPts val="0"/>
              </a:spcAft>
              <a:buSzPts val="1800"/>
              <a:buChar char="?"/>
            </a:lvl3pPr>
            <a:lvl4pPr algn="l" indent="-342900" lvl="3" marL="1828800">
              <a:spcBef>
                <a:spcPts val="1000"/>
              </a:spcBef>
              <a:spcAft>
                <a:spcPts val="0"/>
              </a:spcAft>
              <a:buSzPts val="1800"/>
              <a:buChar char="?"/>
            </a:lvl4pPr>
            <a:lvl5pPr algn="l" indent="-342900" lvl="4" marL="2286000">
              <a:spcBef>
                <a:spcPts val="1000"/>
              </a:spcBef>
              <a:spcAft>
                <a:spcPts val="0"/>
              </a:spcAft>
              <a:buSzPts val="1800"/>
              <a:buChar char="?"/>
            </a:lvl5pPr>
            <a:lvl6pPr algn="l" indent="-342900" lvl="5" marL="2743200">
              <a:spcBef>
                <a:spcPts val="1000"/>
              </a:spcBef>
              <a:spcAft>
                <a:spcPts val="0"/>
              </a:spcAft>
              <a:buSzPts val="1800"/>
              <a:buChar char="?"/>
            </a:lvl6pPr>
            <a:lvl7pPr algn="l" indent="-342900" lvl="6" marL="3200400">
              <a:spcBef>
                <a:spcPts val="1000"/>
              </a:spcBef>
              <a:spcAft>
                <a:spcPts val="0"/>
              </a:spcAft>
              <a:buSzPts val="1800"/>
              <a:buChar char="?"/>
            </a:lvl7pPr>
            <a:lvl8pPr algn="l" indent="-342900" lvl="7" marL="3657600">
              <a:spcBef>
                <a:spcPts val="1000"/>
              </a:spcBef>
              <a:spcAft>
                <a:spcPts val="0"/>
              </a:spcAft>
              <a:buSzPts val="1800"/>
              <a:buChar char="?"/>
            </a:lvl8pPr>
            <a:lvl9pPr algn="l" indent="-342900" lvl="8" marL="4114800">
              <a:spcBef>
                <a:spcPts val="1000"/>
              </a:spcBef>
              <a:spcAft>
                <a:spcPts val="0"/>
              </a:spcAft>
              <a:buSzPts val="1800"/>
              <a:buChar char="?"/>
            </a:lvl9pPr>
          </a:lstStyle>
          <a:p/>
        </p:txBody>
      </p:sp>
      <p:sp>
        <p:nvSpPr>
          <p:cNvPr id="1048735" name="Google Shape;142;p26"/>
          <p:cNvSpPr txBox="1"/>
          <p:nvPr>
            <p:ph type="dt" idx="10"/>
          </p:nvPr>
        </p:nvSpPr>
        <p:spPr>
          <a:xfrm>
            <a:off x="10361612" y="6130437"/>
            <a:ext cx="1146283" cy="370396"/>
          </a:xfrm>
          <a:prstGeom prst="rect"/>
          <a:noFill/>
          <a:ln>
            <a:noFill/>
          </a:ln>
        </p:spPr>
        <p:txBody>
          <a:bodyPr anchor="ctr" anchorCtr="0" bIns="45700" lIns="91425" rIns="91425" spcFirstLastPara="1" tIns="45700" wrap="square">
            <a:noAutofit/>
          </a:bodyPr>
          <a:lstStyle>
            <a:lvl1pPr algn="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36" name="Google Shape;143;p26"/>
          <p:cNvSpPr txBox="1"/>
          <p:nvPr>
            <p:ph type="ftr" idx="11"/>
          </p:nvPr>
        </p:nvSpPr>
        <p:spPr>
          <a:xfrm>
            <a:off x="2589212" y="6135808"/>
            <a:ext cx="7619999"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37" name="Google Shape;144;p26"/>
          <p:cNvSpPr/>
          <p:nvPr/>
        </p:nvSpPr>
        <p:spPr>
          <a:xfrm rot="10800000" flipH="1">
            <a:off x="-4189" y="4911725"/>
            <a:ext cx="1588527" cy="507297"/>
          </a:xfrm>
          <a:custGeom>
            <a:avLst/>
            <a:ah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738" name="Google Shape;145;p26"/>
          <p:cNvSpPr txBox="1"/>
          <p:nvPr>
            <p:ph type="sldNum" idx="12"/>
          </p:nvPr>
        </p:nvSpPr>
        <p:spPr>
          <a:xfrm>
            <a:off x="531812" y="4983087"/>
            <a:ext cx="779767"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PH"/>
              <a:t>‹#›</a:t>
            </a:fld>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71" name="Shape 146"/>
        <p:cNvGrpSpPr/>
        <p:nvPr/>
      </p:nvGrpSpPr>
      <p:grpSpPr>
        <a:xfrm>
          <a:off x="0" y="0"/>
          <a:ext cx="0" cy="0"/>
          <a:chOff x="0" y="0"/>
          <a:chExt cx="0" cy="0"/>
        </a:xfrm>
      </p:grpSpPr>
      <p:sp>
        <p:nvSpPr>
          <p:cNvPr id="1048688" name="Google Shape;147;p27"/>
          <p:cNvSpPr txBox="1"/>
          <p:nvPr>
            <p:ph type="title"/>
          </p:nvPr>
        </p:nvSpPr>
        <p:spPr>
          <a:xfrm>
            <a:off x="2592924" y="624110"/>
            <a:ext cx="8911687" cy="1280890"/>
          </a:xfrm>
          <a:prstGeom prst="rect"/>
          <a:noFill/>
          <a:ln>
            <a:noFill/>
          </a:ln>
        </p:spPr>
        <p:txBody>
          <a:bodyPr anchor="t" anchorCtr="0" bIns="45700" lIns="91425" rIns="91425" spcFirstLastPara="1" tIns="45700" wrap="square">
            <a:normAutofit/>
          </a:bodyPr>
          <a:lstStyle>
            <a:lvl1pPr algn="l" lvl="0">
              <a:spcBef>
                <a:spcPts val="0"/>
              </a:spcBef>
              <a:spcAft>
                <a:spcPts val="0"/>
              </a:spcAft>
              <a:buClr>
                <a:srgbClr val="262626"/>
              </a:buClr>
              <a:buSzPts val="18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89" name="Google Shape;148;p27"/>
          <p:cNvSpPr txBox="1"/>
          <p:nvPr>
            <p:ph type="body" idx="1"/>
          </p:nvPr>
        </p:nvSpPr>
        <p:spPr>
          <a:xfrm rot="5400000">
            <a:off x="5103812" y="-381000"/>
            <a:ext cx="3886200" cy="8915400"/>
          </a:xfrm>
          <a:prstGeom prst="rect"/>
          <a:noFill/>
          <a:ln>
            <a:noFill/>
          </a:ln>
        </p:spPr>
        <p:txBody>
          <a:bodyPr anchor="t" anchorCtr="0" bIns="45700" lIns="91425" rIns="91425" spcFirstLastPara="1" tIns="45700" wrap="square">
            <a:normAutofit/>
          </a:bodyPr>
          <a:lstStyle>
            <a:lvl1pPr algn="l" indent="-342900" lvl="0" marL="457200">
              <a:spcBef>
                <a:spcPts val="1000"/>
              </a:spcBef>
              <a:spcAft>
                <a:spcPts val="0"/>
              </a:spcAft>
              <a:buSzPts val="1800"/>
              <a:buChar char="?"/>
            </a:lvl1pPr>
            <a:lvl2pPr algn="l" indent="-342900" lvl="1" marL="914400">
              <a:spcBef>
                <a:spcPts val="1000"/>
              </a:spcBef>
              <a:spcAft>
                <a:spcPts val="0"/>
              </a:spcAft>
              <a:buSzPts val="1800"/>
              <a:buChar char="?"/>
            </a:lvl2pPr>
            <a:lvl3pPr algn="l" indent="-342900" lvl="2" marL="1371600">
              <a:spcBef>
                <a:spcPts val="1000"/>
              </a:spcBef>
              <a:spcAft>
                <a:spcPts val="0"/>
              </a:spcAft>
              <a:buSzPts val="1800"/>
              <a:buChar char="?"/>
            </a:lvl3pPr>
            <a:lvl4pPr algn="l" indent="-342900" lvl="3" marL="1828800">
              <a:spcBef>
                <a:spcPts val="1000"/>
              </a:spcBef>
              <a:spcAft>
                <a:spcPts val="0"/>
              </a:spcAft>
              <a:buSzPts val="1800"/>
              <a:buChar char="?"/>
            </a:lvl4pPr>
            <a:lvl5pPr algn="l" indent="-342900" lvl="4" marL="2286000">
              <a:spcBef>
                <a:spcPts val="1000"/>
              </a:spcBef>
              <a:spcAft>
                <a:spcPts val="0"/>
              </a:spcAft>
              <a:buSzPts val="1800"/>
              <a:buChar char="?"/>
            </a:lvl5pPr>
            <a:lvl6pPr algn="l" indent="-342900" lvl="5" marL="2743200">
              <a:spcBef>
                <a:spcPts val="1000"/>
              </a:spcBef>
              <a:spcAft>
                <a:spcPts val="0"/>
              </a:spcAft>
              <a:buSzPts val="1800"/>
              <a:buChar char="?"/>
            </a:lvl6pPr>
            <a:lvl7pPr algn="l" indent="-342900" lvl="6" marL="3200400">
              <a:spcBef>
                <a:spcPts val="1000"/>
              </a:spcBef>
              <a:spcAft>
                <a:spcPts val="0"/>
              </a:spcAft>
              <a:buSzPts val="1800"/>
              <a:buChar char="?"/>
            </a:lvl7pPr>
            <a:lvl8pPr algn="l" indent="-342900" lvl="7" marL="3657600">
              <a:spcBef>
                <a:spcPts val="1000"/>
              </a:spcBef>
              <a:spcAft>
                <a:spcPts val="0"/>
              </a:spcAft>
              <a:buSzPts val="1800"/>
              <a:buChar char="?"/>
            </a:lvl8pPr>
            <a:lvl9pPr algn="l" indent="-342900" lvl="8" marL="4114800">
              <a:spcBef>
                <a:spcPts val="1000"/>
              </a:spcBef>
              <a:spcAft>
                <a:spcPts val="0"/>
              </a:spcAft>
              <a:buSzPts val="1800"/>
              <a:buChar char="?"/>
            </a:lvl9pPr>
          </a:lstStyle>
          <a:p/>
        </p:txBody>
      </p:sp>
      <p:sp>
        <p:nvSpPr>
          <p:cNvPr id="1048690" name="Google Shape;149;p27"/>
          <p:cNvSpPr txBox="1"/>
          <p:nvPr>
            <p:ph type="dt" idx="10"/>
          </p:nvPr>
        </p:nvSpPr>
        <p:spPr>
          <a:xfrm>
            <a:off x="10361612" y="6130437"/>
            <a:ext cx="1146283" cy="370396"/>
          </a:xfrm>
          <a:prstGeom prst="rect"/>
          <a:noFill/>
          <a:ln>
            <a:noFill/>
          </a:ln>
        </p:spPr>
        <p:txBody>
          <a:bodyPr anchor="ctr" anchorCtr="0" bIns="45700" lIns="91425" rIns="91425" spcFirstLastPara="1" tIns="45700" wrap="square">
            <a:noAutofit/>
          </a:bodyPr>
          <a:lstStyle>
            <a:lvl1pPr algn="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91" name="Google Shape;150;p27"/>
          <p:cNvSpPr txBox="1"/>
          <p:nvPr>
            <p:ph type="ftr" idx="11"/>
          </p:nvPr>
        </p:nvSpPr>
        <p:spPr>
          <a:xfrm>
            <a:off x="2589212" y="6135808"/>
            <a:ext cx="7619999"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92" name="Google Shape;151;p27"/>
          <p:cNvSpPr/>
          <p:nvPr/>
        </p:nvSpPr>
        <p:spPr>
          <a:xfrm rot="10800000" flipH="1">
            <a:off x="-4189" y="714375"/>
            <a:ext cx="1588527" cy="507297"/>
          </a:xfrm>
          <a:custGeom>
            <a:avLst/>
            <a:ah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693" name="Google Shape;152;p27"/>
          <p:cNvSpPr txBox="1"/>
          <p:nvPr>
            <p:ph type="sldNum" idx="12"/>
          </p:nvPr>
        </p:nvSpPr>
        <p:spPr>
          <a:xfrm>
            <a:off x="531812" y="787782"/>
            <a:ext cx="779767"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PH"/>
              <a:t>‹#›</a:t>
            </a:fld>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80" name="Shape 153"/>
        <p:cNvGrpSpPr/>
        <p:nvPr/>
      </p:nvGrpSpPr>
      <p:grpSpPr>
        <a:xfrm>
          <a:off x="0" y="0"/>
          <a:ext cx="0" cy="0"/>
          <a:chOff x="0" y="0"/>
          <a:chExt cx="0" cy="0"/>
        </a:xfrm>
      </p:grpSpPr>
      <p:sp>
        <p:nvSpPr>
          <p:cNvPr id="1048746" name="Google Shape;154;p28"/>
          <p:cNvSpPr txBox="1"/>
          <p:nvPr>
            <p:ph type="title"/>
          </p:nvPr>
        </p:nvSpPr>
        <p:spPr>
          <a:xfrm rot="5400000">
            <a:off x="7756704" y="2165513"/>
            <a:ext cx="5283817" cy="2207601"/>
          </a:xfrm>
          <a:prstGeom prst="rect"/>
          <a:noFill/>
          <a:ln>
            <a:noFill/>
          </a:ln>
        </p:spPr>
        <p:txBody>
          <a:bodyPr anchor="ctr" anchorCtr="0" bIns="45700" lIns="91425" rIns="91425" spcFirstLastPara="1" tIns="45700" wrap="square">
            <a:normAutofit/>
          </a:bodyPr>
          <a:lstStyle>
            <a:lvl1pPr algn="l" lvl="0">
              <a:spcBef>
                <a:spcPts val="0"/>
              </a:spcBef>
              <a:spcAft>
                <a:spcPts val="0"/>
              </a:spcAft>
              <a:buClr>
                <a:srgbClr val="262626"/>
              </a:buClr>
              <a:buSzPts val="18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47" name="Google Shape;155;p28"/>
          <p:cNvSpPr txBox="1"/>
          <p:nvPr>
            <p:ph type="body" idx="1"/>
          </p:nvPr>
        </p:nvSpPr>
        <p:spPr>
          <a:xfrm rot="5400000">
            <a:off x="3185803" y="30814"/>
            <a:ext cx="5283817" cy="6477000"/>
          </a:xfrm>
          <a:prstGeom prst="rect"/>
          <a:noFill/>
          <a:ln>
            <a:noFill/>
          </a:ln>
        </p:spPr>
        <p:txBody>
          <a:bodyPr anchor="t" anchorCtr="0" bIns="45700" lIns="91425" rIns="91425" spcFirstLastPara="1" tIns="45700" wrap="square">
            <a:normAutofit/>
          </a:bodyPr>
          <a:lstStyle>
            <a:lvl1pPr algn="l" indent="-342900" lvl="0" marL="457200">
              <a:spcBef>
                <a:spcPts val="1000"/>
              </a:spcBef>
              <a:spcAft>
                <a:spcPts val="0"/>
              </a:spcAft>
              <a:buSzPts val="1800"/>
              <a:buChar char="?"/>
            </a:lvl1pPr>
            <a:lvl2pPr algn="l" indent="-342900" lvl="1" marL="914400">
              <a:spcBef>
                <a:spcPts val="1000"/>
              </a:spcBef>
              <a:spcAft>
                <a:spcPts val="0"/>
              </a:spcAft>
              <a:buSzPts val="1800"/>
              <a:buChar char="?"/>
            </a:lvl2pPr>
            <a:lvl3pPr algn="l" indent="-342900" lvl="2" marL="1371600">
              <a:spcBef>
                <a:spcPts val="1000"/>
              </a:spcBef>
              <a:spcAft>
                <a:spcPts val="0"/>
              </a:spcAft>
              <a:buSzPts val="1800"/>
              <a:buChar char="?"/>
            </a:lvl3pPr>
            <a:lvl4pPr algn="l" indent="-342900" lvl="3" marL="1828800">
              <a:spcBef>
                <a:spcPts val="1000"/>
              </a:spcBef>
              <a:spcAft>
                <a:spcPts val="0"/>
              </a:spcAft>
              <a:buSzPts val="1800"/>
              <a:buChar char="?"/>
            </a:lvl4pPr>
            <a:lvl5pPr algn="l" indent="-342900" lvl="4" marL="2286000">
              <a:spcBef>
                <a:spcPts val="1000"/>
              </a:spcBef>
              <a:spcAft>
                <a:spcPts val="0"/>
              </a:spcAft>
              <a:buSzPts val="1800"/>
              <a:buChar char="?"/>
            </a:lvl5pPr>
            <a:lvl6pPr algn="l" indent="-342900" lvl="5" marL="2743200">
              <a:spcBef>
                <a:spcPts val="1000"/>
              </a:spcBef>
              <a:spcAft>
                <a:spcPts val="0"/>
              </a:spcAft>
              <a:buSzPts val="1800"/>
              <a:buChar char="?"/>
            </a:lvl6pPr>
            <a:lvl7pPr algn="l" indent="-342900" lvl="6" marL="3200400">
              <a:spcBef>
                <a:spcPts val="1000"/>
              </a:spcBef>
              <a:spcAft>
                <a:spcPts val="0"/>
              </a:spcAft>
              <a:buSzPts val="1800"/>
              <a:buChar char="?"/>
            </a:lvl7pPr>
            <a:lvl8pPr algn="l" indent="-342900" lvl="7" marL="3657600">
              <a:spcBef>
                <a:spcPts val="1000"/>
              </a:spcBef>
              <a:spcAft>
                <a:spcPts val="0"/>
              </a:spcAft>
              <a:buSzPts val="1800"/>
              <a:buChar char="?"/>
            </a:lvl8pPr>
            <a:lvl9pPr algn="l" indent="-342900" lvl="8" marL="4114800">
              <a:spcBef>
                <a:spcPts val="1000"/>
              </a:spcBef>
              <a:spcAft>
                <a:spcPts val="0"/>
              </a:spcAft>
              <a:buSzPts val="1800"/>
              <a:buChar char="?"/>
            </a:lvl9pPr>
          </a:lstStyle>
          <a:p/>
        </p:txBody>
      </p:sp>
      <p:sp>
        <p:nvSpPr>
          <p:cNvPr id="1048748" name="Google Shape;156;p28"/>
          <p:cNvSpPr txBox="1"/>
          <p:nvPr>
            <p:ph type="dt" idx="10"/>
          </p:nvPr>
        </p:nvSpPr>
        <p:spPr>
          <a:xfrm>
            <a:off x="10361612" y="6130437"/>
            <a:ext cx="1146283" cy="370396"/>
          </a:xfrm>
          <a:prstGeom prst="rect"/>
          <a:noFill/>
          <a:ln>
            <a:noFill/>
          </a:ln>
        </p:spPr>
        <p:txBody>
          <a:bodyPr anchor="ctr" anchorCtr="0" bIns="45700" lIns="91425" rIns="91425" spcFirstLastPara="1" tIns="45700" wrap="square">
            <a:noAutofit/>
          </a:bodyPr>
          <a:lstStyle>
            <a:lvl1pPr algn="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49" name="Google Shape;157;p28"/>
          <p:cNvSpPr txBox="1"/>
          <p:nvPr>
            <p:ph type="ftr" idx="11"/>
          </p:nvPr>
        </p:nvSpPr>
        <p:spPr>
          <a:xfrm>
            <a:off x="2589212" y="6135808"/>
            <a:ext cx="7619999"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50" name="Google Shape;158;p28"/>
          <p:cNvSpPr/>
          <p:nvPr/>
        </p:nvSpPr>
        <p:spPr>
          <a:xfrm rot="10800000" flipH="1">
            <a:off x="-4189" y="714375"/>
            <a:ext cx="1588527" cy="507297"/>
          </a:xfrm>
          <a:custGeom>
            <a:avLst/>
            <a:ah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751" name="Google Shape;159;p28"/>
          <p:cNvSpPr txBox="1"/>
          <p:nvPr>
            <p:ph type="sldNum" idx="12"/>
          </p:nvPr>
        </p:nvSpPr>
        <p:spPr>
          <a:xfrm>
            <a:off x="531812" y="787782"/>
            <a:ext cx="779767"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PH"/>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DE6C3"/>
            </a:gs>
          </a:gsLst>
          <a:path path="circle">
            <a:fillToRect l="0" t="0" r="100000" b="100000"/>
          </a:path>
          <a:tileRect l="-100000" t="-100000" r="0" b="0"/>
        </a:gradFill>
      </p:bgPr>
    </p:bg>
    <p:spTree>
      <p:nvGrpSpPr>
        <p:cNvPr id="12" name="Shape 5"/>
        <p:cNvGrpSpPr/>
        <p:nvPr/>
      </p:nvGrpSpPr>
      <p:grpSpPr>
        <a:xfrm>
          <a:off x="0" y="0"/>
          <a:ext cx="0" cy="0"/>
          <a:chOff x="0" y="0"/>
          <a:chExt cx="0" cy="0"/>
        </a:xfrm>
      </p:grpSpPr>
      <p:grpSp>
        <p:nvGrpSpPr>
          <p:cNvPr id="13" name="Google Shape;6;p12"/>
          <p:cNvGrpSpPr/>
          <p:nvPr/>
        </p:nvGrpSpPr>
        <p:grpSpPr>
          <a:xfrm>
            <a:off x="1" y="228600"/>
            <a:ext cx="2851516" cy="6638628"/>
            <a:chOff x="2487613" y="285750"/>
            <a:chExt cx="2428875" cy="5654676"/>
          </a:xfrm>
        </p:grpSpPr>
        <p:sp>
          <p:nvSpPr>
            <p:cNvPr id="1048576" name="Google Shape;7;p12"/>
            <p:cNvSpPr/>
            <p:nvPr/>
          </p:nvSpPr>
          <p:spPr>
            <a:xfrm>
              <a:off x="2487613" y="2284413"/>
              <a:ext cx="85725" cy="533400"/>
            </a:xfrm>
            <a:custGeom>
              <a:avLst/>
              <a:ahLst/>
              <a:rect l="l" t="t" r="r" b="b"/>
              <a:pathLst>
                <a:path w="22" h="136" extrusionOk="0">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77" name="Google Shape;8;p12"/>
            <p:cNvSpPr/>
            <p:nvPr/>
          </p:nvSpPr>
          <p:spPr>
            <a:xfrm>
              <a:off x="2597151" y="2779713"/>
              <a:ext cx="550863" cy="1978025"/>
            </a:xfrm>
            <a:custGeom>
              <a:avLst/>
              <a:ahLst/>
              <a:rect l="l" t="t" r="r" b="b"/>
              <a:pathLst>
                <a:path w="140" h="504" extrusionOk="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78" name="Google Shape;9;p12"/>
            <p:cNvSpPr/>
            <p:nvPr/>
          </p:nvSpPr>
          <p:spPr>
            <a:xfrm>
              <a:off x="3175001" y="4730750"/>
              <a:ext cx="519113" cy="1209675"/>
            </a:xfrm>
            <a:custGeom>
              <a:avLst/>
              <a:ahLst/>
              <a:rect l="l" t="t" r="r" b="b"/>
              <a:pathLst>
                <a:path w="132" h="308" extrusionOk="0">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79" name="Google Shape;10;p12"/>
            <p:cNvSpPr/>
            <p:nvPr/>
          </p:nvSpPr>
          <p:spPr>
            <a:xfrm>
              <a:off x="3305176" y="5630863"/>
              <a:ext cx="146050" cy="309563"/>
            </a:xfrm>
            <a:custGeom>
              <a:avLst/>
              <a:ahLst/>
              <a:rect l="l" t="t" r="r" b="b"/>
              <a:pathLst>
                <a:path w="37" h="79" extrusionOk="0">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80" name="Google Shape;11;p12"/>
            <p:cNvSpPr/>
            <p:nvPr/>
          </p:nvSpPr>
          <p:spPr>
            <a:xfrm>
              <a:off x="2573338" y="2817813"/>
              <a:ext cx="700088" cy="2835275"/>
            </a:xfrm>
            <a:custGeom>
              <a:avLst/>
              <a:ahLst/>
              <a:rect l="l" t="t" r="r" b="b"/>
              <a:pathLst>
                <a:path w="178" h="722" extrusionOk="0">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81" name="Google Shape;12;p12"/>
            <p:cNvSpPr/>
            <p:nvPr/>
          </p:nvSpPr>
          <p:spPr>
            <a:xfrm>
              <a:off x="2506663" y="285750"/>
              <a:ext cx="90488" cy="2493963"/>
            </a:xfrm>
            <a:custGeom>
              <a:avLst/>
              <a:ahLst/>
              <a:rect l="l" t="t" r="r" b="b"/>
              <a:pathLst>
                <a:path w="23" h="635" extrusionOk="0">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82" name="Google Shape;13;p12"/>
            <p:cNvSpPr/>
            <p:nvPr/>
          </p:nvSpPr>
          <p:spPr>
            <a:xfrm>
              <a:off x="2554288" y="2598738"/>
              <a:ext cx="66675" cy="420688"/>
            </a:xfrm>
            <a:custGeom>
              <a:avLst/>
              <a:ahLst/>
              <a:rect l="l" t="t" r="r" b="b"/>
              <a:pathLst>
                <a:path w="17" h="107" extrusionOk="0">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83" name="Google Shape;14;p12"/>
            <p:cNvSpPr/>
            <p:nvPr/>
          </p:nvSpPr>
          <p:spPr>
            <a:xfrm>
              <a:off x="3143251" y="4757738"/>
              <a:ext cx="161925" cy="873125"/>
            </a:xfrm>
            <a:custGeom>
              <a:avLst/>
              <a:ahLst/>
              <a:rect l="l" t="t" r="r" b="b"/>
              <a:pathLst>
                <a:path w="41" h="222" extrusionOk="0">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84" name="Google Shape;15;p12"/>
            <p:cNvSpPr/>
            <p:nvPr/>
          </p:nvSpPr>
          <p:spPr>
            <a:xfrm>
              <a:off x="3148013" y="1282700"/>
              <a:ext cx="1768475" cy="3448050"/>
            </a:xfrm>
            <a:custGeom>
              <a:avLst/>
              <a:ahLst/>
              <a:rect l="l" t="t" r="r" b="b"/>
              <a:pathLst>
                <a:path w="450" h="878" extrusionOk="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85" name="Google Shape;16;p12"/>
            <p:cNvSpPr/>
            <p:nvPr/>
          </p:nvSpPr>
          <p:spPr>
            <a:xfrm>
              <a:off x="3273426" y="5653088"/>
              <a:ext cx="138113" cy="287338"/>
            </a:xfrm>
            <a:custGeom>
              <a:avLst/>
              <a:ahLst/>
              <a:rect l="l" t="t" r="r" b="b"/>
              <a:pathLst>
                <a:path w="35" h="73" extrusionOk="0">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86" name="Google Shape;17;p12"/>
            <p:cNvSpPr/>
            <p:nvPr/>
          </p:nvSpPr>
          <p:spPr>
            <a:xfrm>
              <a:off x="3143251" y="4656138"/>
              <a:ext cx="31750" cy="188913"/>
            </a:xfrm>
            <a:custGeom>
              <a:avLst/>
              <a:ahLst/>
              <a:rect l="l" t="t" r="r" b="b"/>
              <a:pathLst>
                <a:path w="8" h="48" extrusionOk="0">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87" name="Google Shape;18;p12"/>
            <p:cNvSpPr/>
            <p:nvPr/>
          </p:nvSpPr>
          <p:spPr>
            <a:xfrm>
              <a:off x="3211513" y="5410200"/>
              <a:ext cx="203200" cy="530225"/>
            </a:xfrm>
            <a:custGeom>
              <a:avLst/>
              <a:ahLst/>
              <a:rect l="l" t="t" r="r" b="b"/>
              <a:pathLst>
                <a:path w="52" h="135" extrusionOk="0">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grpSp>
      <p:grpSp>
        <p:nvGrpSpPr>
          <p:cNvPr id="14" name="Google Shape;19;p12"/>
          <p:cNvGrpSpPr/>
          <p:nvPr/>
        </p:nvGrpSpPr>
        <p:grpSpPr>
          <a:xfrm>
            <a:off x="27221" y="-786"/>
            <a:ext cx="2356674" cy="6854039"/>
            <a:chOff x="6627813" y="194833"/>
            <a:chExt cx="1952625" cy="5678918"/>
          </a:xfrm>
        </p:grpSpPr>
        <p:sp>
          <p:nvSpPr>
            <p:cNvPr id="1048588" name="Google Shape;20;p12"/>
            <p:cNvSpPr/>
            <p:nvPr/>
          </p:nvSpPr>
          <p:spPr>
            <a:xfrm>
              <a:off x="6627813" y="194833"/>
              <a:ext cx="409575" cy="3646488"/>
            </a:xfrm>
            <a:custGeom>
              <a:avLst/>
              <a:ahLst/>
              <a:rect l="l" t="t" r="r" b="b"/>
              <a:pathLst>
                <a:path w="103" h="920" extrusionOk="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89" name="Google Shape;21;p12"/>
            <p:cNvSpPr/>
            <p:nvPr/>
          </p:nvSpPr>
          <p:spPr>
            <a:xfrm>
              <a:off x="7061201" y="3771900"/>
              <a:ext cx="350838" cy="1309688"/>
            </a:xfrm>
            <a:custGeom>
              <a:avLst/>
              <a:ahLst/>
              <a:rect l="l" t="t" r="r" b="b"/>
              <a:pathLst>
                <a:path w="88" h="330" extrusionOk="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90" name="Google Shape;22;p12"/>
            <p:cNvSpPr/>
            <p:nvPr/>
          </p:nvSpPr>
          <p:spPr>
            <a:xfrm>
              <a:off x="7439026" y="5053013"/>
              <a:ext cx="357188" cy="820738"/>
            </a:xfrm>
            <a:custGeom>
              <a:avLst/>
              <a:ahLst/>
              <a:rect l="l" t="t" r="r" b="b"/>
              <a:pathLst>
                <a:path w="90" h="207" extrusionOk="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91" name="Google Shape;23;p12"/>
            <p:cNvSpPr/>
            <p:nvPr/>
          </p:nvSpPr>
          <p:spPr>
            <a:xfrm>
              <a:off x="7037388" y="3811588"/>
              <a:ext cx="457200" cy="1852613"/>
            </a:xfrm>
            <a:custGeom>
              <a:avLst/>
              <a:ahLst/>
              <a:rect l="l" t="t" r="r" b="b"/>
              <a:pathLst>
                <a:path w="115" h="467" extrusionOk="0">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92" name="Google Shape;24;p12"/>
            <p:cNvSpPr/>
            <p:nvPr/>
          </p:nvSpPr>
          <p:spPr>
            <a:xfrm>
              <a:off x="6992938" y="1263650"/>
              <a:ext cx="144463" cy="2508250"/>
            </a:xfrm>
            <a:custGeom>
              <a:avLst/>
              <a:ahLst/>
              <a:rect l="l" t="t" r="r" b="b"/>
              <a:pathLst>
                <a:path w="36" h="633" extrusionOk="0">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93" name="Google Shape;25;p12"/>
            <p:cNvSpPr/>
            <p:nvPr/>
          </p:nvSpPr>
          <p:spPr>
            <a:xfrm>
              <a:off x="7526338" y="5640388"/>
              <a:ext cx="111125" cy="233363"/>
            </a:xfrm>
            <a:custGeom>
              <a:avLst/>
              <a:ahLst/>
              <a:rect l="l" t="t" r="r" b="b"/>
              <a:pathLst>
                <a:path w="28" h="59" extrusionOk="0">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94" name="Google Shape;26;p12"/>
            <p:cNvSpPr/>
            <p:nvPr/>
          </p:nvSpPr>
          <p:spPr>
            <a:xfrm>
              <a:off x="7021513" y="3598863"/>
              <a:ext cx="68263" cy="423863"/>
            </a:xfrm>
            <a:custGeom>
              <a:avLst/>
              <a:ahLst/>
              <a:rect l="l" t="t" r="r" b="b"/>
              <a:pathLst>
                <a:path w="17" h="107" extrusionOk="0">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95" name="Google Shape;27;p12"/>
            <p:cNvSpPr/>
            <p:nvPr/>
          </p:nvSpPr>
          <p:spPr>
            <a:xfrm>
              <a:off x="7412038" y="2801938"/>
              <a:ext cx="1168400" cy="2251075"/>
            </a:xfrm>
            <a:custGeom>
              <a:avLst/>
              <a:ahLst/>
              <a:rect l="l" t="t" r="r" b="b"/>
              <a:pathLst>
                <a:path w="294" h="568" extrusionOk="0">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96" name="Google Shape;28;p12"/>
            <p:cNvSpPr/>
            <p:nvPr/>
          </p:nvSpPr>
          <p:spPr>
            <a:xfrm>
              <a:off x="7494588" y="5664200"/>
              <a:ext cx="100013" cy="209550"/>
            </a:xfrm>
            <a:custGeom>
              <a:avLst/>
              <a:ahLst/>
              <a:rect l="l" t="t" r="r" b="b"/>
              <a:pathLst>
                <a:path w="25" h="53" extrusionOk="0">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97" name="Google Shape;29;p12"/>
            <p:cNvSpPr/>
            <p:nvPr/>
          </p:nvSpPr>
          <p:spPr>
            <a:xfrm>
              <a:off x="7412038" y="5081588"/>
              <a:ext cx="114300" cy="558800"/>
            </a:xfrm>
            <a:custGeom>
              <a:avLst/>
              <a:ahLst/>
              <a:rect l="l" t="t" r="r" b="b"/>
              <a:pathLst>
                <a:path w="29" h="141" extrusionOk="0">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98" name="Google Shape;30;p12"/>
            <p:cNvSpPr/>
            <p:nvPr/>
          </p:nvSpPr>
          <p:spPr>
            <a:xfrm>
              <a:off x="7412038" y="4978400"/>
              <a:ext cx="31750" cy="188913"/>
            </a:xfrm>
            <a:custGeom>
              <a:avLst/>
              <a:ahLst/>
              <a:rect l="l" t="t" r="r" b="b"/>
              <a:pathLst>
                <a:path w="8" h="48" extrusionOk="0">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599" name="Google Shape;31;p12"/>
            <p:cNvSpPr/>
            <p:nvPr/>
          </p:nvSpPr>
          <p:spPr>
            <a:xfrm>
              <a:off x="7439026" y="5434013"/>
              <a:ext cx="174625" cy="439738"/>
            </a:xfrm>
            <a:custGeom>
              <a:avLst/>
              <a:ahLst/>
              <a:rect l="l" t="t" r="r" b="b"/>
              <a:pathLst>
                <a:path w="44" h="111" extrusionOk="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grpSp>
      <p:sp>
        <p:nvSpPr>
          <p:cNvPr id="1048600" name="Google Shape;32;p12"/>
          <p:cNvSpPr/>
          <p:nvPr/>
        </p:nvSpPr>
        <p:spPr>
          <a:xfrm>
            <a:off x="0" y="0"/>
            <a:ext cx="182880" cy="6858000"/>
          </a:xfrm>
          <a:prstGeom prst="rect"/>
          <a:solidFill>
            <a:schemeClr val="dk2"/>
          </a:solidFill>
          <a:ln>
            <a:noFill/>
          </a:ln>
        </p:spPr>
        <p:txBody>
          <a:bodyPr anchor="ctr" anchorCtr="0" bIns="91425" lIns="91425" rIns="91425" spcFirstLastPara="1" tIns="91425" wrap="square">
            <a:noAutofit/>
          </a:bodyPr>
          <a:p>
            <a:pPr algn="l" indent="0" lvl="0" marL="0" rtl="0">
              <a:spcBef>
                <a:spcPts val="0"/>
              </a:spcBef>
              <a:spcAft>
                <a:spcPts val="0"/>
              </a:spcAft>
              <a:buNone/>
            </a:pPr>
            <a:r>
              <a:t/>
            </a:r>
          </a:p>
        </p:txBody>
      </p:sp>
      <p:sp>
        <p:nvSpPr>
          <p:cNvPr id="1048601" name="Google Shape;33;p12"/>
          <p:cNvSpPr txBox="1"/>
          <p:nvPr>
            <p:ph type="title"/>
          </p:nvPr>
        </p:nvSpPr>
        <p:spPr>
          <a:xfrm>
            <a:off x="2592924" y="624110"/>
            <a:ext cx="8911687" cy="1280890"/>
          </a:xfrm>
          <a:prstGeom prst="rect"/>
          <a:noFill/>
          <a:ln>
            <a:noFill/>
          </a:ln>
        </p:spPr>
        <p:txBody>
          <a:bodyPr anchor="t" anchorCtr="0" bIns="45700" lIns="91425" rIns="91425" spcFirstLastPara="1" tIns="45700" wrap="square">
            <a:normAutofit/>
          </a:bodyPr>
          <a:lstStyle>
            <a:lvl1pPr algn="l" lvl="0" marR="0" rtl="0">
              <a:spcBef>
                <a:spcPts val="0"/>
              </a:spcBef>
              <a:spcAft>
                <a:spcPts val="0"/>
              </a:spcAft>
              <a:buClr>
                <a:srgbClr val="262626"/>
              </a:buClr>
              <a:buSzPts val="3600"/>
              <a:buFont typeface="Century Gothic"/>
              <a:buNone/>
              <a:defRPr b="0" cap="none" sz="3600" i="0" strike="noStrike" u="none">
                <a:solidFill>
                  <a:srgbClr val="262626"/>
                </a:solidFill>
                <a:latin typeface="Century Gothic"/>
                <a:ea typeface="Century Gothic"/>
                <a:cs typeface="Century Gothic"/>
                <a:sym typeface="Century Gothic"/>
              </a:defRPr>
            </a:lvl1pPr>
            <a:lvl2pPr algn="l" lvl="1" marR="0" rtl="0">
              <a:spcBef>
                <a:spcPts val="0"/>
              </a:spcBef>
              <a:spcAft>
                <a:spcPts val="0"/>
              </a:spcAft>
              <a:buSzPts val="1400"/>
              <a:buNone/>
              <a:defRPr b="0" cap="none" sz="1800" i="0" strike="noStrike" u="none">
                <a:solidFill>
                  <a:schemeClr val="dk2"/>
                </a:solidFill>
              </a:defRPr>
            </a:lvl2pPr>
            <a:lvl3pPr algn="l" lvl="2" marR="0" rtl="0">
              <a:spcBef>
                <a:spcPts val="0"/>
              </a:spcBef>
              <a:spcAft>
                <a:spcPts val="0"/>
              </a:spcAft>
              <a:buSzPts val="1400"/>
              <a:buNone/>
              <a:defRPr b="0" cap="none" sz="1800" i="0" strike="noStrike" u="none">
                <a:solidFill>
                  <a:schemeClr val="dk2"/>
                </a:solidFill>
              </a:defRPr>
            </a:lvl3pPr>
            <a:lvl4pPr algn="l" lvl="3" marR="0" rtl="0">
              <a:spcBef>
                <a:spcPts val="0"/>
              </a:spcBef>
              <a:spcAft>
                <a:spcPts val="0"/>
              </a:spcAft>
              <a:buSzPts val="1400"/>
              <a:buNone/>
              <a:defRPr b="0" cap="none" sz="1800" i="0" strike="noStrike" u="none">
                <a:solidFill>
                  <a:schemeClr val="dk2"/>
                </a:solidFill>
              </a:defRPr>
            </a:lvl4pPr>
            <a:lvl5pPr algn="l" lvl="4" marR="0" rtl="0">
              <a:spcBef>
                <a:spcPts val="0"/>
              </a:spcBef>
              <a:spcAft>
                <a:spcPts val="0"/>
              </a:spcAft>
              <a:buSzPts val="1400"/>
              <a:buNone/>
              <a:defRPr b="0" cap="none" sz="1800" i="0" strike="noStrike" u="none">
                <a:solidFill>
                  <a:schemeClr val="dk2"/>
                </a:solidFill>
              </a:defRPr>
            </a:lvl5pPr>
            <a:lvl6pPr algn="l" lvl="5" marR="0" rtl="0">
              <a:spcBef>
                <a:spcPts val="0"/>
              </a:spcBef>
              <a:spcAft>
                <a:spcPts val="0"/>
              </a:spcAft>
              <a:buSzPts val="1400"/>
              <a:buNone/>
              <a:defRPr b="0" cap="none" sz="1800" i="0" strike="noStrike" u="none">
                <a:solidFill>
                  <a:schemeClr val="dk2"/>
                </a:solidFill>
              </a:defRPr>
            </a:lvl6pPr>
            <a:lvl7pPr algn="l" lvl="6" marR="0" rtl="0">
              <a:spcBef>
                <a:spcPts val="0"/>
              </a:spcBef>
              <a:spcAft>
                <a:spcPts val="0"/>
              </a:spcAft>
              <a:buSzPts val="1400"/>
              <a:buNone/>
              <a:defRPr b="0" cap="none" sz="1800" i="0" strike="noStrike" u="none">
                <a:solidFill>
                  <a:schemeClr val="dk2"/>
                </a:solidFill>
              </a:defRPr>
            </a:lvl7pPr>
            <a:lvl8pPr algn="l" lvl="7" marR="0" rtl="0">
              <a:spcBef>
                <a:spcPts val="0"/>
              </a:spcBef>
              <a:spcAft>
                <a:spcPts val="0"/>
              </a:spcAft>
              <a:buSzPts val="1400"/>
              <a:buNone/>
              <a:defRPr b="0" cap="none" sz="1800" i="0" strike="noStrike" u="none">
                <a:solidFill>
                  <a:schemeClr val="dk2"/>
                </a:solidFill>
              </a:defRPr>
            </a:lvl8pPr>
            <a:lvl9pPr algn="l" lvl="8" marR="0" rtl="0">
              <a:spcBef>
                <a:spcPts val="0"/>
              </a:spcBef>
              <a:spcAft>
                <a:spcPts val="0"/>
              </a:spcAft>
              <a:buSzPts val="1400"/>
              <a:buNone/>
              <a:defRPr b="0" cap="none" sz="1800" i="0" strike="noStrike" u="none">
                <a:solidFill>
                  <a:schemeClr val="dk2"/>
                </a:solidFill>
              </a:defRPr>
            </a:lvl9pPr>
          </a:lstStyle>
          <a:p/>
        </p:txBody>
      </p:sp>
      <p:sp>
        <p:nvSpPr>
          <p:cNvPr id="1048602" name="Google Shape;34;p12"/>
          <p:cNvSpPr txBox="1"/>
          <p:nvPr>
            <p:ph type="body" idx="1"/>
          </p:nvPr>
        </p:nvSpPr>
        <p:spPr>
          <a:xfrm>
            <a:off x="2589212" y="2133600"/>
            <a:ext cx="8915400" cy="3886200"/>
          </a:xfrm>
          <a:prstGeom prst="rect"/>
          <a:noFill/>
          <a:ln>
            <a:noFill/>
          </a:ln>
        </p:spPr>
        <p:txBody>
          <a:bodyPr anchor="t" anchorCtr="0" bIns="45700" lIns="91425" rIns="91425" spcFirstLastPara="1" tIns="45700" wrap="square">
            <a:normAutofit/>
          </a:bodyPr>
          <a:lstStyle>
            <a:lvl1pPr algn="l" indent="-342900" lvl="0" marL="457200" marR="0" rtl="0">
              <a:spcBef>
                <a:spcPts val="1000"/>
              </a:spcBef>
              <a:spcAft>
                <a:spcPts val="0"/>
              </a:spcAft>
              <a:buClr>
                <a:schemeClr val="accent1"/>
              </a:buClr>
              <a:buSzPts val="1800"/>
              <a:buFont typeface="Noto Sans Symbols"/>
              <a:buChar char="?"/>
              <a:defRPr b="0" cap="none" sz="1800" i="0" strike="noStrike" u="none">
                <a:solidFill>
                  <a:srgbClr val="3F3F3F"/>
                </a:solidFill>
                <a:latin typeface="Century Gothic"/>
                <a:ea typeface="Century Gothic"/>
                <a:cs typeface="Century Gothic"/>
                <a:sym typeface="Century Gothic"/>
              </a:defRPr>
            </a:lvl1pPr>
            <a:lvl2pPr algn="l" indent="-330200" lvl="1" marL="914400" marR="0" rtl="0">
              <a:spcBef>
                <a:spcPts val="1000"/>
              </a:spcBef>
              <a:spcAft>
                <a:spcPts val="0"/>
              </a:spcAft>
              <a:buClr>
                <a:schemeClr val="accent1"/>
              </a:buClr>
              <a:buSzPts val="1600"/>
              <a:buFont typeface="Noto Sans Symbols"/>
              <a:buChar char="?"/>
              <a:defRPr b="0" cap="none" sz="1600" i="0" strike="noStrike" u="none">
                <a:solidFill>
                  <a:srgbClr val="3F3F3F"/>
                </a:solidFill>
                <a:latin typeface="Century Gothic"/>
                <a:ea typeface="Century Gothic"/>
                <a:cs typeface="Century Gothic"/>
                <a:sym typeface="Century Gothic"/>
              </a:defRPr>
            </a:lvl2pPr>
            <a:lvl3pPr algn="l" indent="-317500" lvl="2" marL="1371600" marR="0" rtl="0">
              <a:spcBef>
                <a:spcPts val="1000"/>
              </a:spcBef>
              <a:spcAft>
                <a:spcPts val="0"/>
              </a:spcAft>
              <a:buClr>
                <a:schemeClr val="accent1"/>
              </a:buClr>
              <a:buSzPts val="1400"/>
              <a:buFont typeface="Noto Sans Symbols"/>
              <a:buChar char="?"/>
              <a:defRPr b="0" cap="none" sz="1400" i="0" strike="noStrike" u="none">
                <a:solidFill>
                  <a:srgbClr val="3F3F3F"/>
                </a:solidFill>
                <a:latin typeface="Century Gothic"/>
                <a:ea typeface="Century Gothic"/>
                <a:cs typeface="Century Gothic"/>
                <a:sym typeface="Century Gothic"/>
              </a:defRPr>
            </a:lvl3pPr>
            <a:lvl4pPr algn="l" indent="-304800" lvl="3" marL="1828800" marR="0" rtl="0">
              <a:spcBef>
                <a:spcPts val="1000"/>
              </a:spcBef>
              <a:spcAft>
                <a:spcPts val="0"/>
              </a:spcAft>
              <a:buClr>
                <a:schemeClr val="accent1"/>
              </a:buClr>
              <a:buSzPts val="1200"/>
              <a:buFont typeface="Noto Sans Symbols"/>
              <a:buChar char="?"/>
              <a:defRPr b="0" cap="none" sz="1200" i="0" strike="noStrike" u="none">
                <a:solidFill>
                  <a:srgbClr val="3F3F3F"/>
                </a:solidFill>
                <a:latin typeface="Century Gothic"/>
                <a:ea typeface="Century Gothic"/>
                <a:cs typeface="Century Gothic"/>
                <a:sym typeface="Century Gothic"/>
              </a:defRPr>
            </a:lvl4pPr>
            <a:lvl5pPr algn="l" indent="-304800" lvl="4" marL="2286000" marR="0" rtl="0">
              <a:spcBef>
                <a:spcPts val="1000"/>
              </a:spcBef>
              <a:spcAft>
                <a:spcPts val="0"/>
              </a:spcAft>
              <a:buClr>
                <a:schemeClr val="accent1"/>
              </a:buClr>
              <a:buSzPts val="1200"/>
              <a:buFont typeface="Noto Sans Symbols"/>
              <a:buChar char="?"/>
              <a:defRPr b="0" cap="none" sz="1200" i="0" strike="noStrike" u="none">
                <a:solidFill>
                  <a:srgbClr val="3F3F3F"/>
                </a:solidFill>
                <a:latin typeface="Century Gothic"/>
                <a:ea typeface="Century Gothic"/>
                <a:cs typeface="Century Gothic"/>
                <a:sym typeface="Century Gothic"/>
              </a:defRPr>
            </a:lvl5pPr>
            <a:lvl6pPr algn="l" indent="-304800" lvl="5" marL="2743200" marR="0" rtl="0">
              <a:spcBef>
                <a:spcPts val="1000"/>
              </a:spcBef>
              <a:spcAft>
                <a:spcPts val="0"/>
              </a:spcAft>
              <a:buClr>
                <a:schemeClr val="accent1"/>
              </a:buClr>
              <a:buSzPts val="1200"/>
              <a:buFont typeface="Noto Sans Symbols"/>
              <a:buChar char="?"/>
              <a:defRPr b="0" cap="none" sz="1200" i="0" strike="noStrike" u="none">
                <a:solidFill>
                  <a:srgbClr val="3F3F3F"/>
                </a:solidFill>
                <a:latin typeface="Century Gothic"/>
                <a:ea typeface="Century Gothic"/>
                <a:cs typeface="Century Gothic"/>
                <a:sym typeface="Century Gothic"/>
              </a:defRPr>
            </a:lvl6pPr>
            <a:lvl7pPr algn="l" indent="-304800" lvl="6" marL="3200400" marR="0" rtl="0">
              <a:spcBef>
                <a:spcPts val="1000"/>
              </a:spcBef>
              <a:spcAft>
                <a:spcPts val="0"/>
              </a:spcAft>
              <a:buClr>
                <a:schemeClr val="accent1"/>
              </a:buClr>
              <a:buSzPts val="1200"/>
              <a:buFont typeface="Noto Sans Symbols"/>
              <a:buChar char="?"/>
              <a:defRPr b="0" cap="none" sz="1200" i="0" strike="noStrike" u="none">
                <a:solidFill>
                  <a:srgbClr val="3F3F3F"/>
                </a:solidFill>
                <a:latin typeface="Century Gothic"/>
                <a:ea typeface="Century Gothic"/>
                <a:cs typeface="Century Gothic"/>
                <a:sym typeface="Century Gothic"/>
              </a:defRPr>
            </a:lvl7pPr>
            <a:lvl8pPr algn="l" indent="-304800" lvl="7" marL="3657600" marR="0" rtl="0">
              <a:spcBef>
                <a:spcPts val="1000"/>
              </a:spcBef>
              <a:spcAft>
                <a:spcPts val="0"/>
              </a:spcAft>
              <a:buClr>
                <a:schemeClr val="accent1"/>
              </a:buClr>
              <a:buSzPts val="1200"/>
              <a:buFont typeface="Noto Sans Symbols"/>
              <a:buChar char="?"/>
              <a:defRPr b="0" cap="none" sz="1200" i="0" strike="noStrike" u="none">
                <a:solidFill>
                  <a:srgbClr val="3F3F3F"/>
                </a:solidFill>
                <a:latin typeface="Century Gothic"/>
                <a:ea typeface="Century Gothic"/>
                <a:cs typeface="Century Gothic"/>
                <a:sym typeface="Century Gothic"/>
              </a:defRPr>
            </a:lvl8pPr>
            <a:lvl9pPr algn="l" indent="-304800" lvl="8" marL="4114800" marR="0" rtl="0">
              <a:spcBef>
                <a:spcPts val="1000"/>
              </a:spcBef>
              <a:spcAft>
                <a:spcPts val="0"/>
              </a:spcAft>
              <a:buClr>
                <a:schemeClr val="accent1"/>
              </a:buClr>
              <a:buSzPts val="1200"/>
              <a:buFont typeface="Noto Sans Symbols"/>
              <a:buChar char="?"/>
              <a:defRPr b="0" cap="none" sz="1200" i="0" strike="noStrike" u="none">
                <a:solidFill>
                  <a:srgbClr val="3F3F3F"/>
                </a:solidFill>
                <a:latin typeface="Century Gothic"/>
                <a:ea typeface="Century Gothic"/>
                <a:cs typeface="Century Gothic"/>
                <a:sym typeface="Century Gothic"/>
              </a:defRPr>
            </a:lvl9pPr>
          </a:lstStyle>
          <a:p/>
        </p:txBody>
      </p:sp>
      <p:sp>
        <p:nvSpPr>
          <p:cNvPr id="1048603" name="Google Shape;35;p12"/>
          <p:cNvSpPr txBox="1"/>
          <p:nvPr>
            <p:ph type="dt" idx="10"/>
          </p:nvPr>
        </p:nvSpPr>
        <p:spPr>
          <a:xfrm>
            <a:off x="10361612" y="6130437"/>
            <a:ext cx="1146283" cy="370396"/>
          </a:xfrm>
          <a:prstGeom prst="rect"/>
          <a:noFill/>
          <a:ln>
            <a:noFill/>
          </a:ln>
        </p:spPr>
        <p:txBody>
          <a:bodyPr anchor="ctr" anchorCtr="0" bIns="45700" lIns="91425" rIns="91425" spcFirstLastPara="1" tIns="45700" wrap="square">
            <a:noAutofit/>
          </a:bodyPr>
          <a:lstStyle>
            <a:lvl1pPr algn="r" lvl="0" marR="0" rtl="0">
              <a:spcBef>
                <a:spcPts val="0"/>
              </a:spcBef>
              <a:spcAft>
                <a:spcPts val="0"/>
              </a:spcAft>
              <a:buSzPts val="1400"/>
              <a:buNone/>
              <a:defRPr b="0" cap="none" sz="900" i="0" strike="noStrike" u="none">
                <a:solidFill>
                  <a:srgbClr val="888888"/>
                </a:solidFill>
                <a:latin typeface="Century Gothic"/>
                <a:ea typeface="Century Gothic"/>
                <a:cs typeface="Century Gothic"/>
                <a:sym typeface="Century Gothic"/>
              </a:defRPr>
            </a:lvl1pPr>
            <a:lvl2pPr algn="l" lvl="1" marR="0" rtl="0">
              <a:spcBef>
                <a:spcPts val="0"/>
              </a:spcBef>
              <a:spcAft>
                <a:spcPts val="0"/>
              </a:spcAft>
              <a:buSzPts val="1400"/>
              <a:buNone/>
              <a:defRPr b="0" cap="none" sz="1800" i="0" strike="noStrike" u="none">
                <a:solidFill>
                  <a:schemeClr val="dk1"/>
                </a:solidFill>
                <a:latin typeface="Century Gothic"/>
                <a:ea typeface="Century Gothic"/>
                <a:cs typeface="Century Gothic"/>
                <a:sym typeface="Century Gothic"/>
              </a:defRPr>
            </a:lvl2pPr>
            <a:lvl3pPr algn="l" lvl="2" marR="0" rtl="0">
              <a:spcBef>
                <a:spcPts val="0"/>
              </a:spcBef>
              <a:spcAft>
                <a:spcPts val="0"/>
              </a:spcAft>
              <a:buSzPts val="1400"/>
              <a:buNone/>
              <a:defRPr b="0" cap="none" sz="1800" i="0" strike="noStrike" u="none">
                <a:solidFill>
                  <a:schemeClr val="dk1"/>
                </a:solidFill>
                <a:latin typeface="Century Gothic"/>
                <a:ea typeface="Century Gothic"/>
                <a:cs typeface="Century Gothic"/>
                <a:sym typeface="Century Gothic"/>
              </a:defRPr>
            </a:lvl3pPr>
            <a:lvl4pPr algn="l" lvl="3" marR="0" rtl="0">
              <a:spcBef>
                <a:spcPts val="0"/>
              </a:spcBef>
              <a:spcAft>
                <a:spcPts val="0"/>
              </a:spcAft>
              <a:buSzPts val="1400"/>
              <a:buNone/>
              <a:defRPr b="0" cap="none" sz="1800" i="0" strike="noStrike" u="none">
                <a:solidFill>
                  <a:schemeClr val="dk1"/>
                </a:solidFill>
                <a:latin typeface="Century Gothic"/>
                <a:ea typeface="Century Gothic"/>
                <a:cs typeface="Century Gothic"/>
                <a:sym typeface="Century Gothic"/>
              </a:defRPr>
            </a:lvl4pPr>
            <a:lvl5pPr algn="l" lvl="4" marR="0" rtl="0">
              <a:spcBef>
                <a:spcPts val="0"/>
              </a:spcBef>
              <a:spcAft>
                <a:spcPts val="0"/>
              </a:spcAft>
              <a:buSzPts val="1400"/>
              <a:buNone/>
              <a:defRPr b="0" cap="none" sz="1800" i="0" strike="noStrike" u="none">
                <a:solidFill>
                  <a:schemeClr val="dk1"/>
                </a:solidFill>
                <a:latin typeface="Century Gothic"/>
                <a:ea typeface="Century Gothic"/>
                <a:cs typeface="Century Gothic"/>
                <a:sym typeface="Century Gothic"/>
              </a:defRPr>
            </a:lvl5pPr>
            <a:lvl6pPr algn="l" lvl="5" marR="0" rtl="0">
              <a:spcBef>
                <a:spcPts val="0"/>
              </a:spcBef>
              <a:spcAft>
                <a:spcPts val="0"/>
              </a:spcAft>
              <a:buSzPts val="1400"/>
              <a:buNone/>
              <a:defRPr b="0" cap="none" sz="1800" i="0" strike="noStrike" u="none">
                <a:solidFill>
                  <a:schemeClr val="dk1"/>
                </a:solidFill>
                <a:latin typeface="Century Gothic"/>
                <a:ea typeface="Century Gothic"/>
                <a:cs typeface="Century Gothic"/>
                <a:sym typeface="Century Gothic"/>
              </a:defRPr>
            </a:lvl6pPr>
            <a:lvl7pPr algn="l" lvl="6" marR="0" rtl="0">
              <a:spcBef>
                <a:spcPts val="0"/>
              </a:spcBef>
              <a:spcAft>
                <a:spcPts val="0"/>
              </a:spcAft>
              <a:buSzPts val="1400"/>
              <a:buNone/>
              <a:defRPr b="0" cap="none" sz="1800" i="0" strike="noStrike" u="none">
                <a:solidFill>
                  <a:schemeClr val="dk1"/>
                </a:solidFill>
                <a:latin typeface="Century Gothic"/>
                <a:ea typeface="Century Gothic"/>
                <a:cs typeface="Century Gothic"/>
                <a:sym typeface="Century Gothic"/>
              </a:defRPr>
            </a:lvl7pPr>
            <a:lvl8pPr algn="l" lvl="7" marR="0" rtl="0">
              <a:spcBef>
                <a:spcPts val="0"/>
              </a:spcBef>
              <a:spcAft>
                <a:spcPts val="0"/>
              </a:spcAft>
              <a:buSzPts val="1400"/>
              <a:buNone/>
              <a:defRPr b="0" cap="none" sz="1800" i="0" strike="noStrike" u="none">
                <a:solidFill>
                  <a:schemeClr val="dk1"/>
                </a:solidFill>
                <a:latin typeface="Century Gothic"/>
                <a:ea typeface="Century Gothic"/>
                <a:cs typeface="Century Gothic"/>
                <a:sym typeface="Century Gothic"/>
              </a:defRPr>
            </a:lvl8pPr>
            <a:lvl9pPr algn="l" lvl="8" marR="0" rtl="0">
              <a:spcBef>
                <a:spcPts val="0"/>
              </a:spcBef>
              <a:spcAft>
                <a:spcPts val="0"/>
              </a:spcAft>
              <a:buSzPts val="1400"/>
              <a:buNone/>
              <a:defRPr b="0" cap="none" sz="1800" i="0" strike="noStrike" u="none">
                <a:solidFill>
                  <a:schemeClr val="dk1"/>
                </a:solidFill>
                <a:latin typeface="Century Gothic"/>
                <a:ea typeface="Century Gothic"/>
                <a:cs typeface="Century Gothic"/>
                <a:sym typeface="Century Gothic"/>
              </a:defRPr>
            </a:lvl9pPr>
          </a:lstStyle>
          <a:p/>
        </p:txBody>
      </p:sp>
      <p:sp>
        <p:nvSpPr>
          <p:cNvPr id="1048604" name="Google Shape;36;p12"/>
          <p:cNvSpPr txBox="1"/>
          <p:nvPr>
            <p:ph type="ftr" idx="11"/>
          </p:nvPr>
        </p:nvSpPr>
        <p:spPr>
          <a:xfrm>
            <a:off x="2589212" y="6135808"/>
            <a:ext cx="7619999" cy="365125"/>
          </a:xfrm>
          <a:prstGeom prst="rect"/>
          <a:noFill/>
          <a:ln>
            <a:noFill/>
          </a:ln>
        </p:spPr>
        <p:txBody>
          <a:bodyPr anchor="ctr" anchorCtr="0" bIns="45700" lIns="91425" rIns="91425" spcFirstLastPara="1" tIns="45700" wrap="square">
            <a:noAutofit/>
          </a:bodyPr>
          <a:lstStyle>
            <a:lvl1pPr algn="l" lvl="0" marR="0" rtl="0">
              <a:spcBef>
                <a:spcPts val="0"/>
              </a:spcBef>
              <a:spcAft>
                <a:spcPts val="0"/>
              </a:spcAft>
              <a:buSzPts val="1400"/>
              <a:buNone/>
              <a:defRPr b="0" cap="none" sz="900" i="0" strike="noStrike" u="none">
                <a:solidFill>
                  <a:srgbClr val="888888"/>
                </a:solidFill>
                <a:latin typeface="Century Gothic"/>
                <a:ea typeface="Century Gothic"/>
                <a:cs typeface="Century Gothic"/>
                <a:sym typeface="Century Gothic"/>
              </a:defRPr>
            </a:lvl1pPr>
            <a:lvl2pPr algn="l" lvl="1" marR="0" rtl="0">
              <a:spcBef>
                <a:spcPts val="0"/>
              </a:spcBef>
              <a:spcAft>
                <a:spcPts val="0"/>
              </a:spcAft>
              <a:buSzPts val="1400"/>
              <a:buNone/>
              <a:defRPr b="0" cap="none" sz="1800" i="0" strike="noStrike" u="none">
                <a:solidFill>
                  <a:schemeClr val="dk1"/>
                </a:solidFill>
                <a:latin typeface="Century Gothic"/>
                <a:ea typeface="Century Gothic"/>
                <a:cs typeface="Century Gothic"/>
                <a:sym typeface="Century Gothic"/>
              </a:defRPr>
            </a:lvl2pPr>
            <a:lvl3pPr algn="l" lvl="2" marR="0" rtl="0">
              <a:spcBef>
                <a:spcPts val="0"/>
              </a:spcBef>
              <a:spcAft>
                <a:spcPts val="0"/>
              </a:spcAft>
              <a:buSzPts val="1400"/>
              <a:buNone/>
              <a:defRPr b="0" cap="none" sz="1800" i="0" strike="noStrike" u="none">
                <a:solidFill>
                  <a:schemeClr val="dk1"/>
                </a:solidFill>
                <a:latin typeface="Century Gothic"/>
                <a:ea typeface="Century Gothic"/>
                <a:cs typeface="Century Gothic"/>
                <a:sym typeface="Century Gothic"/>
              </a:defRPr>
            </a:lvl3pPr>
            <a:lvl4pPr algn="l" lvl="3" marR="0" rtl="0">
              <a:spcBef>
                <a:spcPts val="0"/>
              </a:spcBef>
              <a:spcAft>
                <a:spcPts val="0"/>
              </a:spcAft>
              <a:buSzPts val="1400"/>
              <a:buNone/>
              <a:defRPr b="0" cap="none" sz="1800" i="0" strike="noStrike" u="none">
                <a:solidFill>
                  <a:schemeClr val="dk1"/>
                </a:solidFill>
                <a:latin typeface="Century Gothic"/>
                <a:ea typeface="Century Gothic"/>
                <a:cs typeface="Century Gothic"/>
                <a:sym typeface="Century Gothic"/>
              </a:defRPr>
            </a:lvl4pPr>
            <a:lvl5pPr algn="l" lvl="4" marR="0" rtl="0">
              <a:spcBef>
                <a:spcPts val="0"/>
              </a:spcBef>
              <a:spcAft>
                <a:spcPts val="0"/>
              </a:spcAft>
              <a:buSzPts val="1400"/>
              <a:buNone/>
              <a:defRPr b="0" cap="none" sz="1800" i="0" strike="noStrike" u="none">
                <a:solidFill>
                  <a:schemeClr val="dk1"/>
                </a:solidFill>
                <a:latin typeface="Century Gothic"/>
                <a:ea typeface="Century Gothic"/>
                <a:cs typeface="Century Gothic"/>
                <a:sym typeface="Century Gothic"/>
              </a:defRPr>
            </a:lvl5pPr>
            <a:lvl6pPr algn="l" lvl="5" marR="0" rtl="0">
              <a:spcBef>
                <a:spcPts val="0"/>
              </a:spcBef>
              <a:spcAft>
                <a:spcPts val="0"/>
              </a:spcAft>
              <a:buSzPts val="1400"/>
              <a:buNone/>
              <a:defRPr b="0" cap="none" sz="1800" i="0" strike="noStrike" u="none">
                <a:solidFill>
                  <a:schemeClr val="dk1"/>
                </a:solidFill>
                <a:latin typeface="Century Gothic"/>
                <a:ea typeface="Century Gothic"/>
                <a:cs typeface="Century Gothic"/>
                <a:sym typeface="Century Gothic"/>
              </a:defRPr>
            </a:lvl6pPr>
            <a:lvl7pPr algn="l" lvl="6" marR="0" rtl="0">
              <a:spcBef>
                <a:spcPts val="0"/>
              </a:spcBef>
              <a:spcAft>
                <a:spcPts val="0"/>
              </a:spcAft>
              <a:buSzPts val="1400"/>
              <a:buNone/>
              <a:defRPr b="0" cap="none" sz="1800" i="0" strike="noStrike" u="none">
                <a:solidFill>
                  <a:schemeClr val="dk1"/>
                </a:solidFill>
                <a:latin typeface="Century Gothic"/>
                <a:ea typeface="Century Gothic"/>
                <a:cs typeface="Century Gothic"/>
                <a:sym typeface="Century Gothic"/>
              </a:defRPr>
            </a:lvl7pPr>
            <a:lvl8pPr algn="l" lvl="7" marR="0" rtl="0">
              <a:spcBef>
                <a:spcPts val="0"/>
              </a:spcBef>
              <a:spcAft>
                <a:spcPts val="0"/>
              </a:spcAft>
              <a:buSzPts val="1400"/>
              <a:buNone/>
              <a:defRPr b="0" cap="none" sz="1800" i="0" strike="noStrike" u="none">
                <a:solidFill>
                  <a:schemeClr val="dk1"/>
                </a:solidFill>
                <a:latin typeface="Century Gothic"/>
                <a:ea typeface="Century Gothic"/>
                <a:cs typeface="Century Gothic"/>
                <a:sym typeface="Century Gothic"/>
              </a:defRPr>
            </a:lvl8pPr>
            <a:lvl9pPr algn="l" lvl="8" marR="0" rtl="0">
              <a:spcBef>
                <a:spcPts val="0"/>
              </a:spcBef>
              <a:spcAft>
                <a:spcPts val="0"/>
              </a:spcAft>
              <a:buSzPts val="1400"/>
              <a:buNone/>
              <a:defRPr b="0" cap="none" sz="1800" i="0" strike="noStrike" u="none">
                <a:solidFill>
                  <a:schemeClr val="dk1"/>
                </a:solidFill>
                <a:latin typeface="Century Gothic"/>
                <a:ea typeface="Century Gothic"/>
                <a:cs typeface="Century Gothic"/>
                <a:sym typeface="Century Gothic"/>
              </a:defRPr>
            </a:lvl9pPr>
          </a:lstStyle>
          <a:p/>
        </p:txBody>
      </p:sp>
      <p:sp>
        <p:nvSpPr>
          <p:cNvPr id="1048605" name="Google Shape;37;p12"/>
          <p:cNvSpPr txBox="1"/>
          <p:nvPr>
            <p:ph type="sldNum" idx="12"/>
          </p:nvPr>
        </p:nvSpPr>
        <p:spPr>
          <a:xfrm>
            <a:off x="531812" y="787782"/>
            <a:ext cx="779767" cy="365125"/>
          </a:xfrm>
          <a:prstGeom prst="rect"/>
          <a:noFill/>
          <a:ln>
            <a:noFill/>
          </a:ln>
        </p:spPr>
        <p:txBody>
          <a:bodyPr anchor="ctr" anchorCtr="0" bIns="45700" lIns="91425" rIns="91425" spcFirstLastPara="1" tIns="45700" wrap="square">
            <a:noAutofit/>
          </a:bodyPr>
          <a:lstStyle>
            <a:lvl1pPr algn="r" indent="0" lvl="0" marL="0" marR="0" rtl="0">
              <a:spcBef>
                <a:spcPts val="0"/>
              </a:spcBef>
              <a:buNone/>
              <a:defRPr b="0" cap="none" sz="2000" i="0" strike="noStrike" u="none">
                <a:solidFill>
                  <a:srgbClr val="FEFFFF"/>
                </a:solidFill>
                <a:latin typeface="Century Gothic"/>
                <a:ea typeface="Century Gothic"/>
                <a:cs typeface="Century Gothic"/>
                <a:sym typeface="Century Gothic"/>
              </a:defRPr>
            </a:lvl1pPr>
            <a:lvl2pPr algn="r" indent="0" lvl="1" marL="0" marR="0" rtl="0">
              <a:spcBef>
                <a:spcPts val="0"/>
              </a:spcBef>
              <a:buNone/>
              <a:defRPr b="0" cap="none" sz="2000" i="0" strike="noStrike" u="none">
                <a:solidFill>
                  <a:srgbClr val="FEFFFF"/>
                </a:solidFill>
                <a:latin typeface="Century Gothic"/>
                <a:ea typeface="Century Gothic"/>
                <a:cs typeface="Century Gothic"/>
                <a:sym typeface="Century Gothic"/>
              </a:defRPr>
            </a:lvl2pPr>
            <a:lvl3pPr algn="r" indent="0" lvl="2" marL="0" marR="0" rtl="0">
              <a:spcBef>
                <a:spcPts val="0"/>
              </a:spcBef>
              <a:buNone/>
              <a:defRPr b="0" cap="none" sz="2000" i="0" strike="noStrike" u="none">
                <a:solidFill>
                  <a:srgbClr val="FEFFFF"/>
                </a:solidFill>
                <a:latin typeface="Century Gothic"/>
                <a:ea typeface="Century Gothic"/>
                <a:cs typeface="Century Gothic"/>
                <a:sym typeface="Century Gothic"/>
              </a:defRPr>
            </a:lvl3pPr>
            <a:lvl4pPr algn="r" indent="0" lvl="3" marL="0" marR="0" rtl="0">
              <a:spcBef>
                <a:spcPts val="0"/>
              </a:spcBef>
              <a:buNone/>
              <a:defRPr b="0" cap="none" sz="2000" i="0" strike="noStrike" u="none">
                <a:solidFill>
                  <a:srgbClr val="FEFFFF"/>
                </a:solidFill>
                <a:latin typeface="Century Gothic"/>
                <a:ea typeface="Century Gothic"/>
                <a:cs typeface="Century Gothic"/>
                <a:sym typeface="Century Gothic"/>
              </a:defRPr>
            </a:lvl4pPr>
            <a:lvl5pPr algn="r" indent="0" lvl="4" marL="0" marR="0" rtl="0">
              <a:spcBef>
                <a:spcPts val="0"/>
              </a:spcBef>
              <a:buNone/>
              <a:defRPr b="0" cap="none" sz="2000" i="0" strike="noStrike" u="none">
                <a:solidFill>
                  <a:srgbClr val="FEFFFF"/>
                </a:solidFill>
                <a:latin typeface="Century Gothic"/>
                <a:ea typeface="Century Gothic"/>
                <a:cs typeface="Century Gothic"/>
                <a:sym typeface="Century Gothic"/>
              </a:defRPr>
            </a:lvl5pPr>
            <a:lvl6pPr algn="r" indent="0" lvl="5" marL="0" marR="0" rtl="0">
              <a:spcBef>
                <a:spcPts val="0"/>
              </a:spcBef>
              <a:buNone/>
              <a:defRPr b="0" cap="none" sz="2000" i="0" strike="noStrike" u="none">
                <a:solidFill>
                  <a:srgbClr val="FEFFFF"/>
                </a:solidFill>
                <a:latin typeface="Century Gothic"/>
                <a:ea typeface="Century Gothic"/>
                <a:cs typeface="Century Gothic"/>
                <a:sym typeface="Century Gothic"/>
              </a:defRPr>
            </a:lvl6pPr>
            <a:lvl7pPr algn="r" indent="0" lvl="6" marL="0" marR="0" rtl="0">
              <a:spcBef>
                <a:spcPts val="0"/>
              </a:spcBef>
              <a:buNone/>
              <a:defRPr b="0" cap="none" sz="2000" i="0" strike="noStrike" u="none">
                <a:solidFill>
                  <a:srgbClr val="FEFFFF"/>
                </a:solidFill>
                <a:latin typeface="Century Gothic"/>
                <a:ea typeface="Century Gothic"/>
                <a:cs typeface="Century Gothic"/>
                <a:sym typeface="Century Gothic"/>
              </a:defRPr>
            </a:lvl7pPr>
            <a:lvl8pPr algn="r" indent="0" lvl="7" marL="0" marR="0" rtl="0">
              <a:spcBef>
                <a:spcPts val="0"/>
              </a:spcBef>
              <a:buNone/>
              <a:defRPr b="0" cap="none" sz="2000" i="0" strike="noStrike" u="none">
                <a:solidFill>
                  <a:srgbClr val="FEFFFF"/>
                </a:solidFill>
                <a:latin typeface="Century Gothic"/>
                <a:ea typeface="Century Gothic"/>
                <a:cs typeface="Century Gothic"/>
                <a:sym typeface="Century Gothic"/>
              </a:defRPr>
            </a:lvl8pPr>
            <a:lvl9pPr algn="r" indent="0" lvl="8" marL="0" marR="0" rtl="0">
              <a:spcBef>
                <a:spcPts val="0"/>
              </a:spcBef>
              <a:buNone/>
              <a:defRPr b="0" cap="none" sz="2000" i="0" strike="noStrike" u="none">
                <a:solidFill>
                  <a:srgbClr val="FEFFFF"/>
                </a:solidFill>
                <a:latin typeface="Century Gothic"/>
                <a:ea typeface="Century Gothic"/>
                <a:cs typeface="Century Gothic"/>
                <a:sym typeface="Century Gothic"/>
              </a:defRPr>
            </a:lvl9pPr>
          </a:lstStyle>
          <a:p>
            <a:pPr algn="r" indent="0" lvl="0" marL="0" rtl="0">
              <a:spcBef>
                <a:spcPts val="0"/>
              </a:spcBef>
              <a:spcAft>
                <a:spcPts val="0"/>
              </a:spcAft>
              <a:buNone/>
            </a:pPr>
            <a:fld id="{00000000-1234-1234-1234-123412341234}" type="slidenum">
              <a:rPr lang="en-PH"/>
              <a:t>‹#›</a:t>
            </a:fld>
          </a:p>
        </p:txBody>
      </p:sp>
    </p:spTree>
  </p:cSld>
  <p:clrMap accent1="accent1" accent2="accent2" accent3="accent3" accent4="accent4" accent5="accent5" accent6="accent6" bg1="lt1" bg2="dk2" tx1="dk1" tx2="lt2"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Lst>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sz="1400" i="0" strike="noStrike" u="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2" name="Shape 163"/>
        <p:cNvGrpSpPr/>
        <p:nvPr/>
      </p:nvGrpSpPr>
      <p:grpSpPr>
        <a:xfrm>
          <a:off x="0" y="0"/>
          <a:ext cx="0" cy="0"/>
          <a:chOff x="0" y="0"/>
          <a:chExt cx="0" cy="0"/>
        </a:xfrm>
      </p:grpSpPr>
      <p:sp>
        <p:nvSpPr>
          <p:cNvPr id="1048612" name="Google Shape;164;p1"/>
          <p:cNvSpPr txBox="1"/>
          <p:nvPr>
            <p:ph type="ctrTitle"/>
          </p:nvPr>
        </p:nvSpPr>
        <p:spPr>
          <a:xfrm>
            <a:off x="2118359" y="24698"/>
            <a:ext cx="9860281" cy="2078423"/>
          </a:xfrm>
          <a:prstGeom prst="rect"/>
          <a:noFill/>
          <a:ln>
            <a:noFill/>
          </a:ln>
        </p:spPr>
        <p:txBody>
          <a:bodyPr anchor="b" anchorCtr="0" bIns="45700" lIns="91425" rIns="91425" spcFirstLastPara="1" tIns="45700" wrap="square">
            <a:normAutofit/>
          </a:bodyPr>
          <a:p>
            <a:pPr algn="l" indent="0" lvl="0" marL="0" rtl="0">
              <a:spcBef>
                <a:spcPts val="0"/>
              </a:spcBef>
              <a:spcAft>
                <a:spcPts val="0"/>
              </a:spcAft>
              <a:buClr>
                <a:srgbClr val="262626"/>
              </a:buClr>
              <a:buSzPts val="5400"/>
              <a:buFont typeface="Century Gothic"/>
              <a:buNone/>
            </a:pPr>
            <a:br>
              <a:rPr lang="en-PH"/>
            </a:br>
            <a:r>
              <a:rPr b="1" sz="4900" lang="en-PH"/>
              <a:t>LIBRARY MANAGEMENT SYSTEM</a:t>
            </a:r>
            <a:endParaRPr b="1"/>
          </a:p>
        </p:txBody>
      </p:sp>
      <p:sp>
        <p:nvSpPr>
          <p:cNvPr id="1048613" name="Google Shape;165;p1"/>
          <p:cNvSpPr txBox="1"/>
          <p:nvPr>
            <p:ph type="subTitle" idx="1"/>
          </p:nvPr>
        </p:nvSpPr>
        <p:spPr>
          <a:xfrm>
            <a:off x="4326573" y="3398519"/>
            <a:ext cx="9374187" cy="2688023"/>
          </a:xfrm>
          <a:prstGeom prst="rect"/>
          <a:noFill/>
          <a:ln>
            <a:noFill/>
          </a:ln>
        </p:spPr>
        <p:txBody>
          <a:bodyPr anchor="t" anchorCtr="0" bIns="45700" lIns="91425" rIns="91425" spcFirstLastPara="1" tIns="45700" wrap="square">
            <a:normAutofit fontScale="94444" lnSpcReduction="10000"/>
          </a:bodyPr>
          <a:p>
            <a:pPr algn="l" indent="0" lvl="0" marL="0" rtl="0">
              <a:spcBef>
                <a:spcPts val="0"/>
              </a:spcBef>
              <a:spcAft>
                <a:spcPts val="0"/>
              </a:spcAft>
              <a:buSzPts val="1800"/>
              <a:buNone/>
            </a:pPr>
            <a:r>
              <a:rPr b="1" lang="en-PH">
                <a:latin typeface="Arial"/>
                <a:ea typeface="Arial"/>
                <a:cs typeface="Arial"/>
                <a:sym typeface="Arial"/>
              </a:rPr>
              <a:t>PRESENTED BY: GROUP 4</a:t>
            </a:r>
          </a:p>
          <a:p>
            <a:pPr algn="l" indent="0" lvl="0" marL="0" rtl="0">
              <a:spcBef>
                <a:spcPts val="1000"/>
              </a:spcBef>
              <a:spcAft>
                <a:spcPts val="0"/>
              </a:spcAft>
              <a:buSzPts val="1800"/>
              <a:buNone/>
            </a:pPr>
            <a:r>
              <a:rPr b="1" lang="en-PH">
                <a:latin typeface="Arial"/>
                <a:ea typeface="Arial"/>
                <a:cs typeface="Arial"/>
                <a:sym typeface="Arial"/>
              </a:rPr>
              <a:t>MEMBERS:</a:t>
            </a:r>
          </a:p>
          <a:p>
            <a:pPr algn="l" indent="0" lvl="0" marL="0" rtl="0">
              <a:spcBef>
                <a:spcPts val="1000"/>
              </a:spcBef>
              <a:spcAft>
                <a:spcPts val="0"/>
              </a:spcAft>
              <a:buSzPts val="1800"/>
              <a:buNone/>
            </a:pPr>
            <a:r>
              <a:rPr b="1" lang="en-PH">
                <a:latin typeface="Arial"/>
                <a:ea typeface="Arial"/>
                <a:cs typeface="Arial"/>
                <a:sym typeface="Arial"/>
              </a:rPr>
              <a:t>ALIMOCON, LIZA MAE</a:t>
            </a:r>
          </a:p>
          <a:p>
            <a:pPr algn="l" indent="0" lvl="0" marL="0" rtl="0">
              <a:spcBef>
                <a:spcPts val="1000"/>
              </a:spcBef>
              <a:spcAft>
                <a:spcPts val="0"/>
              </a:spcAft>
              <a:buSzPts val="1800"/>
              <a:buNone/>
            </a:pPr>
            <a:r>
              <a:rPr b="1" lang="en-PH">
                <a:latin typeface="Arial"/>
                <a:ea typeface="Arial"/>
                <a:cs typeface="Arial"/>
                <a:sym typeface="Arial"/>
              </a:rPr>
              <a:t>GUANZON, MARK </a:t>
            </a:r>
          </a:p>
          <a:p>
            <a:pPr algn="l" indent="0" lvl="0" marL="0" rtl="0">
              <a:spcBef>
                <a:spcPts val="1000"/>
              </a:spcBef>
              <a:spcAft>
                <a:spcPts val="0"/>
              </a:spcAft>
              <a:buSzPts val="1800"/>
              <a:buNone/>
            </a:pPr>
            <a:r>
              <a:rPr b="1" lang="en-PH">
                <a:latin typeface="Arial"/>
                <a:ea typeface="Arial"/>
                <a:cs typeface="Arial"/>
                <a:sym typeface="Arial"/>
              </a:rPr>
              <a:t>OLAGUIR, JOHN EISLEY </a:t>
            </a:r>
          </a:p>
          <a:p>
            <a:pPr algn="l" indent="0" lvl="0" marL="0" rtl="0">
              <a:spcBef>
                <a:spcPts val="1000"/>
              </a:spcBef>
              <a:spcAft>
                <a:spcPts val="0"/>
              </a:spcAft>
              <a:buSzPts val="1800"/>
              <a:buNone/>
            </a:pPr>
            <a:r>
              <a:rPr b="1" lang="en-PH">
                <a:latin typeface="Arial"/>
                <a:ea typeface="Arial"/>
                <a:cs typeface="Arial"/>
                <a:sym typeface="Arial"/>
              </a:rPr>
              <a:t>TORILLO, BABYLINCHE </a:t>
            </a:r>
          </a:p>
          <a:p>
            <a:pPr algn="l" indent="0" lvl="0" marL="0" rtl="0">
              <a:spcBef>
                <a:spcPts val="1000"/>
              </a:spcBef>
              <a:spcAft>
                <a:spcPts val="0"/>
              </a:spcAft>
              <a:buSzPts val="1800"/>
              <a:buNone/>
            </a:pPr>
            <a:r>
              <a:rPr b="1" lang="en-PH">
                <a:latin typeface="Arial"/>
                <a:ea typeface="Arial"/>
                <a:cs typeface="Arial"/>
                <a:sym typeface="Arial"/>
              </a:rPr>
              <a:t>TOYONG, MIKE MELVEN </a:t>
            </a:r>
          </a:p>
          <a:p>
            <a:pPr algn="l" indent="0" lvl="0" marL="0" rtl="0">
              <a:spcBef>
                <a:spcPts val="1000"/>
              </a:spcBef>
              <a:spcAft>
                <a:spcPts val="0"/>
              </a:spcAft>
              <a:buSzPts val="1800"/>
              <a:buNone/>
            </a:pPr>
            <a:r>
              <a:t/>
            </a:r>
          </a:p>
          <a:p>
            <a:pPr algn="l" indent="0" lvl="0" marL="0" rtl="0">
              <a:spcBef>
                <a:spcPts val="1000"/>
              </a:spcBef>
              <a:spcAft>
                <a:spcPts val="0"/>
              </a:spcAft>
              <a:buSzPts val="1800"/>
              <a:buNone/>
            </a:pPr>
            <a:r>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7" name="Shape 169"/>
        <p:cNvGrpSpPr/>
        <p:nvPr/>
      </p:nvGrpSpPr>
      <p:grpSpPr>
        <a:xfrm>
          <a:off x="0" y="0"/>
          <a:ext cx="0" cy="0"/>
          <a:chOff x="0" y="0"/>
          <a:chExt cx="0" cy="0"/>
        </a:xfrm>
      </p:grpSpPr>
      <p:sp>
        <p:nvSpPr>
          <p:cNvPr id="1048622" name="Google Shape;170;p2"/>
          <p:cNvSpPr txBox="1"/>
          <p:nvPr>
            <p:ph type="title"/>
          </p:nvPr>
        </p:nvSpPr>
        <p:spPr>
          <a:xfrm>
            <a:off x="2589212" y="746030"/>
            <a:ext cx="8911687" cy="1280890"/>
          </a:xfrm>
          <a:prstGeom prst="rect"/>
          <a:noFill/>
          <a:ln>
            <a:noFill/>
          </a:ln>
        </p:spPr>
        <p:txBody>
          <a:bodyPr anchor="t" anchorCtr="0" bIns="45700" lIns="91425" rIns="91425" spcFirstLastPara="1" tIns="45700" wrap="square">
            <a:normAutofit/>
          </a:bodyPr>
          <a:p>
            <a:pPr algn="l" indent="0" lvl="0" marL="0" rtl="0">
              <a:spcBef>
                <a:spcPts val="0"/>
              </a:spcBef>
              <a:spcAft>
                <a:spcPts val="0"/>
              </a:spcAft>
              <a:buClr>
                <a:srgbClr val="262626"/>
              </a:buClr>
              <a:buSzPts val="3600"/>
              <a:buFont typeface="Century Gothic"/>
              <a:buNone/>
            </a:pPr>
            <a:r>
              <a:rPr b="1" lang="en-PH"/>
              <a:t>INTRODUCTION</a:t>
            </a:r>
          </a:p>
        </p:txBody>
      </p:sp>
      <p:sp>
        <p:nvSpPr>
          <p:cNvPr id="1048623" name="Google Shape;171;p2"/>
          <p:cNvSpPr txBox="1"/>
          <p:nvPr>
            <p:ph type="body" idx="1"/>
          </p:nvPr>
        </p:nvSpPr>
        <p:spPr>
          <a:xfrm>
            <a:off x="2449401" y="1813560"/>
            <a:ext cx="9191308" cy="4434840"/>
          </a:xfrm>
          <a:prstGeom prst="rect"/>
          <a:noFill/>
          <a:ln>
            <a:noFill/>
          </a:ln>
        </p:spPr>
        <p:txBody>
          <a:bodyPr anchor="t" anchorCtr="0" bIns="45700" lIns="91425" rIns="91425" spcFirstLastPara="1" tIns="45700" wrap="square">
            <a:normAutofit fontScale="95000"/>
          </a:bodyPr>
          <a:p>
            <a:pPr algn="just" indent="-342900" lvl="0" marL="342900" rtl="0">
              <a:spcBef>
                <a:spcPts val="0"/>
              </a:spcBef>
              <a:spcAft>
                <a:spcPts val="0"/>
              </a:spcAft>
              <a:buSzPts val="2000"/>
              <a:buChar char="?"/>
            </a:pPr>
            <a:r>
              <a:rPr sz="2000" lang="en-PH"/>
              <a:t> </a:t>
            </a:r>
            <a:r>
              <a:rPr sz="2800" lang="en-PH">
                <a:latin typeface="Arial"/>
                <a:ea typeface="Arial"/>
                <a:cs typeface="Arial"/>
                <a:sym typeface="Arial"/>
              </a:rPr>
              <a:t>In today’s digital age, libraries serve as vital hubs for knowledge dissemination, requiring efficient tools to manage vast collections of resources. A Library Management System (LMS) is a software solution designed to automate and streamline library operations, from cataloging books to tracking user interactions. This system addresses common challenges such as manual record- keeping errors, inefficient search processes, and poor inventory control, ultimately enhancing user experience and operational productivity.</a:t>
            </a:r>
            <a:endParaRPr sz="2000">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22"/>
                                        </p:tgtEl>
                                        <p:attrNameLst>
                                          <p:attrName>style.visibility</p:attrName>
                                        </p:attrNameLst>
                                      </p:cBhvr>
                                      <p:to>
                                        <p:strVal val="visible"/>
                                      </p:to>
                                    </p:set>
                                    <p:animEffect transition="in" filter="fade">
                                      <p:cBhvr>
                                        <p:cTn dur="1000"/>
                                        <p:tgtEl>
                                          <p:spTgt spid="10486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23">
                                            <p:txEl>
                                              <p:pRg st="0" end="0"/>
                                            </p:txEl>
                                          </p:spTgt>
                                        </p:tgtEl>
                                        <p:attrNameLst>
                                          <p:attrName>style.visibility</p:attrName>
                                        </p:attrNameLst>
                                      </p:cBhvr>
                                      <p:to>
                                        <p:strVal val="visible"/>
                                      </p:to>
                                    </p:set>
                                    <p:animEffect transition="in" filter="fade">
                                      <p:cBhvr>
                                        <p:cTn dur="1000"/>
                                        <p:tgtEl>
                                          <p:spTgt spid="1048623">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0" name="Shape 175"/>
        <p:cNvGrpSpPr/>
        <p:nvPr/>
      </p:nvGrpSpPr>
      <p:grpSpPr>
        <a:xfrm>
          <a:off x="0" y="0"/>
          <a:ext cx="0" cy="0"/>
          <a:chOff x="0" y="0"/>
          <a:chExt cx="0" cy="0"/>
        </a:xfrm>
      </p:grpSpPr>
      <p:sp>
        <p:nvSpPr>
          <p:cNvPr id="1048626" name="Google Shape;176;p3"/>
          <p:cNvSpPr txBox="1"/>
          <p:nvPr>
            <p:ph type="title"/>
          </p:nvPr>
        </p:nvSpPr>
        <p:spPr>
          <a:xfrm>
            <a:off x="2592925" y="624110"/>
            <a:ext cx="8911687" cy="1280890"/>
          </a:xfrm>
          <a:prstGeom prst="rect"/>
          <a:noFill/>
          <a:ln>
            <a:noFill/>
          </a:ln>
        </p:spPr>
        <p:txBody>
          <a:bodyPr anchor="t" anchorCtr="0" bIns="45700" lIns="91425" rIns="91425" spcFirstLastPara="1" tIns="45700" wrap="square">
            <a:normAutofit/>
          </a:bodyPr>
          <a:p>
            <a:pPr algn="l" indent="0" lvl="0" marL="0" rtl="0">
              <a:spcBef>
                <a:spcPts val="0"/>
              </a:spcBef>
              <a:spcAft>
                <a:spcPts val="0"/>
              </a:spcAft>
              <a:buClr>
                <a:srgbClr val="262626"/>
              </a:buClr>
              <a:buSzPts val="3600"/>
              <a:buFont typeface="Century Gothic"/>
              <a:buNone/>
            </a:pPr>
            <a:r>
              <a:rPr b="1" lang="en-PH"/>
              <a:t>STATEMENT OF THE PROBLEM</a:t>
            </a:r>
          </a:p>
        </p:txBody>
      </p:sp>
      <p:sp>
        <p:nvSpPr>
          <p:cNvPr id="1048627" name="Google Shape;177;p3"/>
          <p:cNvSpPr txBox="1"/>
          <p:nvPr>
            <p:ph type="body" idx="1"/>
          </p:nvPr>
        </p:nvSpPr>
        <p:spPr>
          <a:xfrm>
            <a:off x="2301240" y="1676400"/>
            <a:ext cx="9570720" cy="4815840"/>
          </a:xfrm>
          <a:prstGeom prst="rect"/>
          <a:noFill/>
          <a:ln>
            <a:noFill/>
          </a:ln>
        </p:spPr>
        <p:txBody>
          <a:bodyPr anchor="t" anchorCtr="0" bIns="45700" lIns="91425" rIns="91425" spcFirstLastPara="1" tIns="45700" wrap="square">
            <a:normAutofit fontScale="77778" lnSpcReduction="20000"/>
          </a:bodyPr>
          <a:p>
            <a:pPr algn="just" indent="-342900" lvl="0" marL="342900" rtl="0">
              <a:spcBef>
                <a:spcPts val="0"/>
              </a:spcBef>
              <a:spcAft>
                <a:spcPts val="0"/>
              </a:spcAft>
              <a:buSzPct val="100000"/>
              <a:buChar char="?"/>
            </a:pPr>
            <a:r>
              <a:rPr sz="3400" lang="en-PH">
                <a:latin typeface="Arial"/>
                <a:ea typeface="Arial"/>
                <a:cs typeface="Arial"/>
                <a:sym typeface="Arial"/>
              </a:rPr>
              <a:t>In many libraries, managing the vast collection of books, membership, and transactions manually often leads to inefficiencies, errors, and delays. The manual processes make it difficult to keep accurate records, track borrowed and returned books, manage member information, and generate reports promptly. This can result in issues such as lost books, overdue items, and difficulty in inventory management.</a:t>
            </a:r>
          </a:p>
          <a:p>
            <a:pPr algn="l" indent="0" lvl="0" marL="0" rtl="0">
              <a:spcBef>
                <a:spcPts val="1000"/>
              </a:spcBef>
              <a:spcAft>
                <a:spcPts val="0"/>
              </a:spcAft>
              <a:buSzPct val="100000"/>
              <a:buNone/>
            </a:pPr>
            <a:r>
              <a:t/>
            </a:r>
            <a:endParaRPr sz="3400">
              <a:latin typeface="Arial"/>
              <a:ea typeface="Arial"/>
              <a:cs typeface="Arial"/>
              <a:sym typeface="Arial"/>
            </a:endParaRPr>
          </a:p>
          <a:p>
            <a:pPr algn="just" indent="-342900" lvl="0" marL="342900" rtl="0">
              <a:spcBef>
                <a:spcPts val="1000"/>
              </a:spcBef>
              <a:spcAft>
                <a:spcPts val="0"/>
              </a:spcAft>
              <a:buSzPct val="100000"/>
              <a:buChar char="?"/>
            </a:pPr>
            <a:r>
              <a:rPr sz="3400" lang="en-PH">
                <a:latin typeface="Arial"/>
                <a:ea typeface="Arial"/>
                <a:cs typeface="Arial"/>
                <a:sym typeface="Arial"/>
              </a:rPr>
              <a:t>Therefore, there is a need for an automated Library Management System that can efficiently handle the operations of adding, updating, and deleting book and member records, as well as managing borrowing and returning transactions. An automated system aims to streamline library activities, improve accuracy, reduce manual effort, and enhance user experience.</a:t>
            </a:r>
          </a:p>
          <a:p>
            <a:pPr algn="l" indent="0" lvl="0" marL="0" rtl="0">
              <a:spcBef>
                <a:spcPts val="1000"/>
              </a:spcBef>
              <a:spcAft>
                <a:spcPts val="0"/>
              </a:spcAft>
              <a:buSzPct val="100000"/>
              <a:buNone/>
            </a:pPr>
            <a:r>
              <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26"/>
                                        </p:tgtEl>
                                        <p:attrNameLst>
                                          <p:attrName>style.visibility</p:attrName>
                                        </p:attrNameLst>
                                      </p:cBhvr>
                                      <p:to>
                                        <p:strVal val="visible"/>
                                      </p:to>
                                    </p:set>
                                    <p:animEffect transition="in" filter="fade">
                                      <p:cBhvr>
                                        <p:cTn dur="1000"/>
                                        <p:tgtEl>
                                          <p:spTgt spid="10486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27">
                                            <p:txEl>
                                              <p:pRg st="0" end="0"/>
                                            </p:txEl>
                                          </p:spTgt>
                                        </p:tgtEl>
                                        <p:attrNameLst>
                                          <p:attrName>style.visibility</p:attrName>
                                        </p:attrNameLst>
                                      </p:cBhvr>
                                      <p:to>
                                        <p:strVal val="visible"/>
                                      </p:to>
                                    </p:set>
                                    <p:animEffect transition="in" filter="fade">
                                      <p:cBhvr>
                                        <p:cTn dur="1000"/>
                                        <p:tgtEl>
                                          <p:spTgt spid="1048627">
                                            <p:txEl>
                                              <p:pRg st="0" end="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27">
                                            <p:txEl>
                                              <p:pRg st="1" end="1"/>
                                            </p:txEl>
                                          </p:spTgt>
                                        </p:tgtEl>
                                        <p:attrNameLst>
                                          <p:attrName>style.visibility</p:attrName>
                                        </p:attrNameLst>
                                      </p:cBhvr>
                                      <p:to>
                                        <p:strVal val="visible"/>
                                      </p:to>
                                    </p:set>
                                    <p:animEffect transition="in" filter="fade">
                                      <p:cBhvr>
                                        <p:cTn dur="1000"/>
                                        <p:tgtEl>
                                          <p:spTgt spid="1048627">
                                            <p:txEl>
                                              <p:pRg st="1" end="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27">
                                            <p:txEl>
                                              <p:pRg st="2" end="2"/>
                                            </p:txEl>
                                          </p:spTgt>
                                        </p:tgtEl>
                                        <p:attrNameLst>
                                          <p:attrName>style.visibility</p:attrName>
                                        </p:attrNameLst>
                                      </p:cBhvr>
                                      <p:to>
                                        <p:strVal val="visible"/>
                                      </p:to>
                                    </p:set>
                                    <p:animEffect transition="in" filter="fade">
                                      <p:cBhvr>
                                        <p:cTn dur="1000"/>
                                        <p:tgtEl>
                                          <p:spTgt spid="1048627">
                                            <p:txEl>
                                              <p:pRg st="2" end="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27">
                                            <p:txEl>
                                              <p:pRg st="3" end="3"/>
                                            </p:txEl>
                                          </p:spTgt>
                                        </p:tgtEl>
                                        <p:attrNameLst>
                                          <p:attrName>style.visibility</p:attrName>
                                        </p:attrNameLst>
                                      </p:cBhvr>
                                      <p:to>
                                        <p:strVal val="visible"/>
                                      </p:to>
                                    </p:set>
                                    <p:animEffect transition="in" filter="fade">
                                      <p:cBhvr>
                                        <p:cTn dur="1000"/>
                                        <p:tgtEl>
                                          <p:spTgt spid="1048627">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3" name="Shape 181"/>
        <p:cNvGrpSpPr/>
        <p:nvPr/>
      </p:nvGrpSpPr>
      <p:grpSpPr>
        <a:xfrm>
          <a:off x="0" y="0"/>
          <a:ext cx="0" cy="0"/>
          <a:chOff x="0" y="0"/>
          <a:chExt cx="0" cy="0"/>
        </a:xfrm>
      </p:grpSpPr>
      <p:sp>
        <p:nvSpPr>
          <p:cNvPr id="1048630" name="Google Shape;182;p4"/>
          <p:cNvSpPr txBox="1"/>
          <p:nvPr>
            <p:ph type="title"/>
          </p:nvPr>
        </p:nvSpPr>
        <p:spPr>
          <a:xfrm>
            <a:off x="2592925" y="624110"/>
            <a:ext cx="8911687" cy="1280890"/>
          </a:xfrm>
          <a:prstGeom prst="rect"/>
          <a:noFill/>
          <a:ln>
            <a:noFill/>
          </a:ln>
        </p:spPr>
        <p:txBody>
          <a:bodyPr anchor="t" anchorCtr="0" bIns="45700" lIns="91425" rIns="91425" spcFirstLastPara="1" tIns="45700" wrap="square">
            <a:normAutofit/>
          </a:bodyPr>
          <a:p>
            <a:pPr algn="l" indent="0" lvl="0" marL="0" rtl="0">
              <a:spcBef>
                <a:spcPts val="0"/>
              </a:spcBef>
              <a:spcAft>
                <a:spcPts val="0"/>
              </a:spcAft>
              <a:buClr>
                <a:srgbClr val="262626"/>
              </a:buClr>
              <a:buSzPts val="3600"/>
              <a:buFont typeface="Century Gothic"/>
              <a:buNone/>
            </a:pPr>
            <a:r>
              <a:rPr b="1" lang="en-PH"/>
              <a:t>OBJECTIVE OF THE STUDY</a:t>
            </a:r>
          </a:p>
        </p:txBody>
      </p:sp>
      <p:sp>
        <p:nvSpPr>
          <p:cNvPr id="1048631" name="Google Shape;183;p4"/>
          <p:cNvSpPr txBox="1"/>
          <p:nvPr>
            <p:ph type="body" idx="1"/>
          </p:nvPr>
        </p:nvSpPr>
        <p:spPr>
          <a:xfrm>
            <a:off x="2592924" y="1691640"/>
            <a:ext cx="8911687" cy="4542250"/>
          </a:xfrm>
          <a:prstGeom prst="rect"/>
          <a:noFill/>
          <a:ln>
            <a:noFill/>
          </a:ln>
        </p:spPr>
        <p:txBody>
          <a:bodyPr anchor="t" anchorCtr="0" bIns="45700" lIns="91425" rIns="91425" spcFirstLastPara="1" tIns="45700" wrap="square">
            <a:normAutofit lnSpcReduction="10000"/>
          </a:bodyPr>
          <a:p>
            <a:pPr algn="l" indent="-342900" lvl="0" marL="342900" rtl="0">
              <a:spcBef>
                <a:spcPts val="0"/>
              </a:spcBef>
              <a:spcAft>
                <a:spcPts val="0"/>
              </a:spcAft>
              <a:buSzPts val="2600"/>
              <a:buChar char="?"/>
            </a:pPr>
            <a:r>
              <a:rPr sz="2600" lang="en-PH">
                <a:latin typeface="Arial"/>
                <a:ea typeface="Arial"/>
                <a:cs typeface="Arial"/>
                <a:sym typeface="Arial"/>
              </a:rPr>
              <a:t>To provide an easy-to-use interface for managing books and members records.</a:t>
            </a:r>
          </a:p>
          <a:p>
            <a:pPr algn="l" indent="-342900" lvl="0" marL="342900" rtl="0">
              <a:spcBef>
                <a:spcPts val="1000"/>
              </a:spcBef>
              <a:spcAft>
                <a:spcPts val="0"/>
              </a:spcAft>
              <a:buSzPts val="2600"/>
              <a:buChar char="?"/>
            </a:pPr>
            <a:r>
              <a:rPr sz="2600" lang="en-PH">
                <a:latin typeface="Arial"/>
                <a:ea typeface="Arial"/>
                <a:cs typeface="Arial"/>
                <a:sym typeface="Arial"/>
              </a:rPr>
              <a:t>To automate the process of borrowing and returning books.</a:t>
            </a:r>
          </a:p>
          <a:p>
            <a:pPr algn="l" indent="-342900" lvl="0" marL="342900" rtl="0">
              <a:spcBef>
                <a:spcPts val="1000"/>
              </a:spcBef>
              <a:spcAft>
                <a:spcPts val="0"/>
              </a:spcAft>
              <a:buSzPts val="2600"/>
              <a:buChar char="?"/>
            </a:pPr>
            <a:r>
              <a:rPr sz="2600" lang="en-PH">
                <a:latin typeface="Arial"/>
                <a:ea typeface="Arial"/>
                <a:cs typeface="Arial"/>
                <a:sym typeface="Arial"/>
              </a:rPr>
              <a:t>To generate real-time reports on inventory and borrowing history.</a:t>
            </a:r>
          </a:p>
          <a:p>
            <a:pPr algn="l" indent="-342900" lvl="0" marL="342900" rtl="0">
              <a:spcBef>
                <a:spcPts val="1000"/>
              </a:spcBef>
              <a:spcAft>
                <a:spcPts val="0"/>
              </a:spcAft>
              <a:buSzPts val="2600"/>
              <a:buChar char="?"/>
            </a:pPr>
            <a:r>
              <a:rPr sz="2600" lang="en-PH">
                <a:latin typeface="Arial"/>
                <a:ea typeface="Arial"/>
                <a:cs typeface="Arial"/>
                <a:sym typeface="Arial"/>
              </a:rPr>
              <a:t>To improve the overall efficiency and accuracy of library operations.</a:t>
            </a:r>
          </a:p>
          <a:p>
            <a:pPr algn="l" indent="-342900" lvl="0" marL="342900" rtl="0">
              <a:spcBef>
                <a:spcPts val="1000"/>
              </a:spcBef>
              <a:spcAft>
                <a:spcPts val="0"/>
              </a:spcAft>
              <a:buSzPts val="2600"/>
              <a:buChar char="?"/>
            </a:pPr>
            <a:r>
              <a:rPr sz="2600" lang="en-PH">
                <a:latin typeface="Arial"/>
                <a:ea typeface="Arial"/>
                <a:cs typeface="Arial"/>
                <a:sym typeface="Arial"/>
              </a:rPr>
              <a:t>Register and manage library members.</a:t>
            </a:r>
          </a:p>
          <a:p>
            <a:pPr algn="l" indent="-342900" lvl="0" marL="342900" rtl="0">
              <a:spcBef>
                <a:spcPts val="1000"/>
              </a:spcBef>
              <a:spcAft>
                <a:spcPts val="0"/>
              </a:spcAft>
              <a:buSzPts val="2600"/>
              <a:buChar char="?"/>
            </a:pPr>
            <a:r>
              <a:rPr sz="2600" lang="en-PH">
                <a:latin typeface="Arial"/>
                <a:ea typeface="Arial"/>
                <a:cs typeface="Arial"/>
                <a:sym typeface="Arial"/>
              </a:rPr>
              <a:t>Facilitate borrowing and returning of books.</a:t>
            </a:r>
          </a:p>
          <a:p>
            <a:pPr algn="l" indent="0" lvl="0" marL="0" rtl="0">
              <a:spcBef>
                <a:spcPts val="1000"/>
              </a:spcBef>
              <a:spcAft>
                <a:spcPts val="0"/>
              </a:spcAft>
              <a:buSzPts val="1800"/>
              <a:buNone/>
            </a:pPr>
            <a:r>
              <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0"/>
                                        </p:tgtEl>
                                        <p:attrNameLst>
                                          <p:attrName>style.visibility</p:attrName>
                                        </p:attrNameLst>
                                      </p:cBhvr>
                                      <p:to>
                                        <p:strVal val="visible"/>
                                      </p:to>
                                    </p:set>
                                    <p:animEffect transition="in" filter="fade">
                                      <p:cBhvr>
                                        <p:cTn dur="1000"/>
                                        <p:tgtEl>
                                          <p:spTgt spid="10486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1">
                                            <p:txEl>
                                              <p:pRg st="0" end="0"/>
                                            </p:txEl>
                                          </p:spTgt>
                                        </p:tgtEl>
                                        <p:attrNameLst>
                                          <p:attrName>style.visibility</p:attrName>
                                        </p:attrNameLst>
                                      </p:cBhvr>
                                      <p:to>
                                        <p:strVal val="visible"/>
                                      </p:to>
                                    </p:set>
                                    <p:animEffect transition="in" filter="fade">
                                      <p:cBhvr>
                                        <p:cTn dur="1000"/>
                                        <p:tgtEl>
                                          <p:spTgt spid="1048631">
                                            <p:txEl>
                                              <p:pRg st="0" end="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1">
                                            <p:txEl>
                                              <p:pRg st="1" end="1"/>
                                            </p:txEl>
                                          </p:spTgt>
                                        </p:tgtEl>
                                        <p:attrNameLst>
                                          <p:attrName>style.visibility</p:attrName>
                                        </p:attrNameLst>
                                      </p:cBhvr>
                                      <p:to>
                                        <p:strVal val="visible"/>
                                      </p:to>
                                    </p:set>
                                    <p:animEffect transition="in" filter="fade">
                                      <p:cBhvr>
                                        <p:cTn dur="1000"/>
                                        <p:tgtEl>
                                          <p:spTgt spid="1048631">
                                            <p:txEl>
                                              <p:pRg st="1" end="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1">
                                            <p:txEl>
                                              <p:pRg st="2" end="2"/>
                                            </p:txEl>
                                          </p:spTgt>
                                        </p:tgtEl>
                                        <p:attrNameLst>
                                          <p:attrName>style.visibility</p:attrName>
                                        </p:attrNameLst>
                                      </p:cBhvr>
                                      <p:to>
                                        <p:strVal val="visible"/>
                                      </p:to>
                                    </p:set>
                                    <p:animEffect transition="in" filter="fade">
                                      <p:cBhvr>
                                        <p:cTn dur="1000"/>
                                        <p:tgtEl>
                                          <p:spTgt spid="1048631">
                                            <p:txEl>
                                              <p:pRg st="2" end="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1">
                                            <p:txEl>
                                              <p:pRg st="3" end="3"/>
                                            </p:txEl>
                                          </p:spTgt>
                                        </p:tgtEl>
                                        <p:attrNameLst>
                                          <p:attrName>style.visibility</p:attrName>
                                        </p:attrNameLst>
                                      </p:cBhvr>
                                      <p:to>
                                        <p:strVal val="visible"/>
                                      </p:to>
                                    </p:set>
                                    <p:animEffect transition="in" filter="fade">
                                      <p:cBhvr>
                                        <p:cTn dur="1000"/>
                                        <p:tgtEl>
                                          <p:spTgt spid="1048631">
                                            <p:txEl>
                                              <p:pRg st="3" end="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1">
                                            <p:txEl>
                                              <p:pRg st="4" end="4"/>
                                            </p:txEl>
                                          </p:spTgt>
                                        </p:tgtEl>
                                        <p:attrNameLst>
                                          <p:attrName>style.visibility</p:attrName>
                                        </p:attrNameLst>
                                      </p:cBhvr>
                                      <p:to>
                                        <p:strVal val="visible"/>
                                      </p:to>
                                    </p:set>
                                    <p:animEffect transition="in" filter="fade">
                                      <p:cBhvr>
                                        <p:cTn dur="1000"/>
                                        <p:tgtEl>
                                          <p:spTgt spid="1048631">
                                            <p:txEl>
                                              <p:pRg st="4" end="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1">
                                            <p:txEl>
                                              <p:pRg st="5" end="5"/>
                                            </p:txEl>
                                          </p:spTgt>
                                        </p:tgtEl>
                                        <p:attrNameLst>
                                          <p:attrName>style.visibility</p:attrName>
                                        </p:attrNameLst>
                                      </p:cBhvr>
                                      <p:to>
                                        <p:strVal val="visible"/>
                                      </p:to>
                                    </p:set>
                                    <p:animEffect transition="in" filter="fade">
                                      <p:cBhvr>
                                        <p:cTn dur="1000"/>
                                        <p:tgtEl>
                                          <p:spTgt spid="1048631">
                                            <p:txEl>
                                              <p:pRg st="5" end="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1">
                                            <p:txEl>
                                              <p:pRg st="6" end="6"/>
                                            </p:txEl>
                                          </p:spTgt>
                                        </p:tgtEl>
                                        <p:attrNameLst>
                                          <p:attrName>style.visibility</p:attrName>
                                        </p:attrNameLst>
                                      </p:cBhvr>
                                      <p:to>
                                        <p:strVal val="visible"/>
                                      </p:to>
                                    </p:set>
                                    <p:animEffect transition="in" filter="fade">
                                      <p:cBhvr>
                                        <p:cTn dur="1000"/>
                                        <p:tgtEl>
                                          <p:spTgt spid="1048631">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6" name="Shape 187"/>
        <p:cNvGrpSpPr/>
        <p:nvPr/>
      </p:nvGrpSpPr>
      <p:grpSpPr>
        <a:xfrm>
          <a:off x="0" y="0"/>
          <a:ext cx="0" cy="0"/>
          <a:chOff x="0" y="0"/>
          <a:chExt cx="0" cy="0"/>
        </a:xfrm>
      </p:grpSpPr>
      <p:sp>
        <p:nvSpPr>
          <p:cNvPr id="1048634" name="Google Shape;188;p5"/>
          <p:cNvSpPr txBox="1"/>
          <p:nvPr>
            <p:ph type="title"/>
          </p:nvPr>
        </p:nvSpPr>
        <p:spPr>
          <a:xfrm>
            <a:off x="2592925" y="624110"/>
            <a:ext cx="8911687" cy="1280890"/>
          </a:xfrm>
          <a:prstGeom prst="rect"/>
          <a:noFill/>
          <a:ln>
            <a:noFill/>
          </a:ln>
        </p:spPr>
        <p:txBody>
          <a:bodyPr anchor="t" anchorCtr="0" bIns="45700" lIns="91425" rIns="91425" spcFirstLastPara="1" tIns="45700" wrap="square">
            <a:normAutofit/>
          </a:bodyPr>
          <a:p>
            <a:pPr algn="l" indent="0" lvl="0" marL="0" rtl="0">
              <a:spcBef>
                <a:spcPts val="0"/>
              </a:spcBef>
              <a:spcAft>
                <a:spcPts val="0"/>
              </a:spcAft>
              <a:buClr>
                <a:srgbClr val="262626"/>
              </a:buClr>
              <a:buSzPts val="3600"/>
              <a:buFont typeface="Century Gothic"/>
              <a:buNone/>
            </a:pPr>
            <a:r>
              <a:rPr b="1" lang="en-PH"/>
              <a:t>SCOPE OF THE LIMITATION</a:t>
            </a:r>
          </a:p>
        </p:txBody>
      </p:sp>
      <p:sp>
        <p:nvSpPr>
          <p:cNvPr id="1048635" name="Google Shape;189;p5"/>
          <p:cNvSpPr txBox="1"/>
          <p:nvPr>
            <p:ph type="body" idx="1"/>
          </p:nvPr>
        </p:nvSpPr>
        <p:spPr>
          <a:xfrm>
            <a:off x="2589212" y="1630680"/>
            <a:ext cx="8915400" cy="5013960"/>
          </a:xfrm>
          <a:prstGeom prst="rect"/>
          <a:noFill/>
          <a:ln>
            <a:noFill/>
          </a:ln>
        </p:spPr>
        <p:txBody>
          <a:bodyPr anchor="t" anchorCtr="0" bIns="45700" lIns="91425" rIns="91425" spcFirstLastPara="1" tIns="45700" wrap="square">
            <a:normAutofit/>
          </a:bodyPr>
          <a:p>
            <a:pPr algn="l" indent="-342900" lvl="0" marL="342900" rtl="0">
              <a:spcBef>
                <a:spcPts val="0"/>
              </a:spcBef>
              <a:spcAft>
                <a:spcPts val="0"/>
              </a:spcAft>
              <a:buSzPts val="2400"/>
              <a:buChar char="?"/>
            </a:pPr>
            <a:r>
              <a:rPr sz="2400" lang="en-PH">
                <a:latin typeface="Arial"/>
                <a:ea typeface="Arial"/>
                <a:cs typeface="Arial"/>
                <a:sym typeface="Arial"/>
              </a:rPr>
              <a:t>Manage book inventory including adding, updating, and deleting book records.</a:t>
            </a:r>
          </a:p>
          <a:p>
            <a:pPr algn="l" indent="-342900" lvl="0" marL="342900" rtl="0">
              <a:spcBef>
                <a:spcPts val="1000"/>
              </a:spcBef>
              <a:spcAft>
                <a:spcPts val="0"/>
              </a:spcAft>
              <a:buSzPts val="2400"/>
              <a:buChar char="?"/>
            </a:pPr>
            <a:r>
              <a:rPr sz="2400" lang="en-PH">
                <a:latin typeface="Arial"/>
                <a:ea typeface="Arial"/>
                <a:cs typeface="Arial"/>
                <a:sym typeface="Arial"/>
              </a:rPr>
              <a:t>Tracks member registrations and manages their profiles.</a:t>
            </a:r>
          </a:p>
          <a:p>
            <a:pPr algn="l" indent="-342900" lvl="0" marL="342900" rtl="0">
              <a:spcBef>
                <a:spcPts val="1000"/>
              </a:spcBef>
              <a:spcAft>
                <a:spcPts val="0"/>
              </a:spcAft>
              <a:buSzPts val="2400"/>
              <a:buChar char="?"/>
            </a:pPr>
            <a:r>
              <a:rPr sz="2400" lang="en-PH">
                <a:latin typeface="Arial"/>
                <a:ea typeface="Arial"/>
                <a:cs typeface="Arial"/>
                <a:sym typeface="Arial"/>
              </a:rPr>
              <a:t>Handles book lending and returns, tracking due dates and fines.</a:t>
            </a:r>
          </a:p>
          <a:p>
            <a:pPr algn="l" indent="-342900" lvl="0" marL="342900" rtl="0">
              <a:spcBef>
                <a:spcPts val="1000"/>
              </a:spcBef>
              <a:spcAft>
                <a:spcPts val="0"/>
              </a:spcAft>
              <a:buSzPts val="2400"/>
              <a:buChar char="?"/>
            </a:pPr>
            <a:r>
              <a:rPr sz="2400" lang="en-PH">
                <a:latin typeface="Arial"/>
                <a:ea typeface="Arial"/>
                <a:cs typeface="Arial"/>
                <a:sym typeface="Arial"/>
              </a:rPr>
              <a:t>Provides search functionality for books by title, author, or category.</a:t>
            </a:r>
          </a:p>
          <a:p>
            <a:pPr algn="l" indent="-342900" lvl="0" marL="342900" rtl="0">
              <a:spcBef>
                <a:spcPts val="1000"/>
              </a:spcBef>
              <a:spcAft>
                <a:spcPts val="0"/>
              </a:spcAft>
              <a:buSzPts val="2400"/>
              <a:buChar char="?"/>
            </a:pPr>
            <a:r>
              <a:rPr sz="2400" lang="en-PH">
                <a:latin typeface="Arial"/>
                <a:ea typeface="Arial"/>
                <a:cs typeface="Arial"/>
                <a:sym typeface="Arial"/>
              </a:rPr>
              <a:t>Generates reports on book availability, borrowing history, and overdue books.</a:t>
            </a:r>
          </a:p>
          <a:p>
            <a:pPr algn="l" indent="-342900" lvl="0" marL="342900" rtl="0">
              <a:spcBef>
                <a:spcPts val="1000"/>
              </a:spcBef>
              <a:spcAft>
                <a:spcPts val="0"/>
              </a:spcAft>
              <a:buSzPts val="2400"/>
              <a:buChar char="?"/>
            </a:pPr>
            <a:r>
              <a:rPr sz="2400" lang="en-PH">
                <a:latin typeface="Arial"/>
                <a:ea typeface="Arial"/>
                <a:cs typeface="Arial"/>
                <a:sym typeface="Arial"/>
              </a:rPr>
              <a:t>Supports multiple user roles such as (librarian, member) with different access levels.</a:t>
            </a:r>
          </a:p>
          <a:p>
            <a:pPr algn="l" indent="-215900" lvl="0" marL="342900" rtl="0">
              <a:spcBef>
                <a:spcPts val="1000"/>
              </a:spcBef>
              <a:spcAft>
                <a:spcPts val="0"/>
              </a:spcAft>
              <a:buSzPts val="2000"/>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4"/>
                                        </p:tgtEl>
                                        <p:attrNameLst>
                                          <p:attrName>style.visibility</p:attrName>
                                        </p:attrNameLst>
                                      </p:cBhvr>
                                      <p:to>
                                        <p:strVal val="visible"/>
                                      </p:to>
                                    </p:set>
                                    <p:animEffect transition="in" filter="fade">
                                      <p:cBhvr>
                                        <p:cTn dur="1000"/>
                                        <p:tgtEl>
                                          <p:spTgt spid="10486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5">
                                            <p:txEl>
                                              <p:pRg st="0" end="0"/>
                                            </p:txEl>
                                          </p:spTgt>
                                        </p:tgtEl>
                                        <p:attrNameLst>
                                          <p:attrName>style.visibility</p:attrName>
                                        </p:attrNameLst>
                                      </p:cBhvr>
                                      <p:to>
                                        <p:strVal val="visible"/>
                                      </p:to>
                                    </p:set>
                                    <p:animEffect transition="in" filter="fade">
                                      <p:cBhvr>
                                        <p:cTn dur="1000"/>
                                        <p:tgtEl>
                                          <p:spTgt spid="1048635">
                                            <p:txEl>
                                              <p:pRg st="0" end="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5">
                                            <p:txEl>
                                              <p:pRg st="1" end="1"/>
                                            </p:txEl>
                                          </p:spTgt>
                                        </p:tgtEl>
                                        <p:attrNameLst>
                                          <p:attrName>style.visibility</p:attrName>
                                        </p:attrNameLst>
                                      </p:cBhvr>
                                      <p:to>
                                        <p:strVal val="visible"/>
                                      </p:to>
                                    </p:set>
                                    <p:animEffect transition="in" filter="fade">
                                      <p:cBhvr>
                                        <p:cTn dur="1000"/>
                                        <p:tgtEl>
                                          <p:spTgt spid="1048635">
                                            <p:txEl>
                                              <p:pRg st="1" end="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5">
                                            <p:txEl>
                                              <p:pRg st="2" end="2"/>
                                            </p:txEl>
                                          </p:spTgt>
                                        </p:tgtEl>
                                        <p:attrNameLst>
                                          <p:attrName>style.visibility</p:attrName>
                                        </p:attrNameLst>
                                      </p:cBhvr>
                                      <p:to>
                                        <p:strVal val="visible"/>
                                      </p:to>
                                    </p:set>
                                    <p:animEffect transition="in" filter="fade">
                                      <p:cBhvr>
                                        <p:cTn dur="1000"/>
                                        <p:tgtEl>
                                          <p:spTgt spid="1048635">
                                            <p:txEl>
                                              <p:pRg st="2" end="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5">
                                            <p:txEl>
                                              <p:pRg st="3" end="3"/>
                                            </p:txEl>
                                          </p:spTgt>
                                        </p:tgtEl>
                                        <p:attrNameLst>
                                          <p:attrName>style.visibility</p:attrName>
                                        </p:attrNameLst>
                                      </p:cBhvr>
                                      <p:to>
                                        <p:strVal val="visible"/>
                                      </p:to>
                                    </p:set>
                                    <p:animEffect transition="in" filter="fade">
                                      <p:cBhvr>
                                        <p:cTn dur="1000"/>
                                        <p:tgtEl>
                                          <p:spTgt spid="1048635">
                                            <p:txEl>
                                              <p:pRg st="3" end="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5">
                                            <p:txEl>
                                              <p:pRg st="4" end="4"/>
                                            </p:txEl>
                                          </p:spTgt>
                                        </p:tgtEl>
                                        <p:attrNameLst>
                                          <p:attrName>style.visibility</p:attrName>
                                        </p:attrNameLst>
                                      </p:cBhvr>
                                      <p:to>
                                        <p:strVal val="visible"/>
                                      </p:to>
                                    </p:set>
                                    <p:animEffect transition="in" filter="fade">
                                      <p:cBhvr>
                                        <p:cTn dur="1000"/>
                                        <p:tgtEl>
                                          <p:spTgt spid="1048635">
                                            <p:txEl>
                                              <p:pRg st="4" end="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5">
                                            <p:txEl>
                                              <p:pRg st="5" end="5"/>
                                            </p:txEl>
                                          </p:spTgt>
                                        </p:tgtEl>
                                        <p:attrNameLst>
                                          <p:attrName>style.visibility</p:attrName>
                                        </p:attrNameLst>
                                      </p:cBhvr>
                                      <p:to>
                                        <p:strVal val="visible"/>
                                      </p:to>
                                    </p:set>
                                    <p:animEffect transition="in" filter="fade">
                                      <p:cBhvr>
                                        <p:cTn dur="1000"/>
                                        <p:tgtEl>
                                          <p:spTgt spid="1048635">
                                            <p:txEl>
                                              <p:pRg st="5" end="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5">
                                            <p:txEl>
                                              <p:pRg st="6" end="6"/>
                                            </p:txEl>
                                          </p:spTgt>
                                        </p:tgtEl>
                                        <p:attrNameLst>
                                          <p:attrName>style.visibility</p:attrName>
                                        </p:attrNameLst>
                                      </p:cBhvr>
                                      <p:to>
                                        <p:strVal val="visible"/>
                                      </p:to>
                                    </p:set>
                                    <p:animEffect transition="in" filter="fade">
                                      <p:cBhvr>
                                        <p:cTn dur="1000"/>
                                        <p:tgtEl>
                                          <p:spTgt spid="1048635">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9" name="Shape 193"/>
        <p:cNvGrpSpPr/>
        <p:nvPr/>
      </p:nvGrpSpPr>
      <p:grpSpPr>
        <a:xfrm>
          <a:off x="0" y="0"/>
          <a:ext cx="0" cy="0"/>
          <a:chOff x="0" y="0"/>
          <a:chExt cx="0" cy="0"/>
        </a:xfrm>
      </p:grpSpPr>
      <p:sp>
        <p:nvSpPr>
          <p:cNvPr id="1048638" name="Google Shape;194;p6"/>
          <p:cNvSpPr txBox="1"/>
          <p:nvPr>
            <p:ph type="title"/>
          </p:nvPr>
        </p:nvSpPr>
        <p:spPr>
          <a:xfrm>
            <a:off x="2592925" y="624110"/>
            <a:ext cx="8911687" cy="1280890"/>
          </a:xfrm>
          <a:prstGeom prst="rect"/>
          <a:noFill/>
          <a:ln>
            <a:noFill/>
          </a:ln>
        </p:spPr>
        <p:txBody>
          <a:bodyPr anchor="t" anchorCtr="0" bIns="45700" lIns="91425" rIns="91425" spcFirstLastPara="1" tIns="45700" wrap="square">
            <a:normAutofit/>
          </a:bodyPr>
          <a:p>
            <a:pPr algn="l" indent="0" lvl="0" marL="0" rtl="0">
              <a:spcBef>
                <a:spcPts val="0"/>
              </a:spcBef>
              <a:spcAft>
                <a:spcPts val="0"/>
              </a:spcAft>
              <a:buClr>
                <a:srgbClr val="262626"/>
              </a:buClr>
              <a:buSzPts val="3600"/>
              <a:buFont typeface="Century Gothic"/>
              <a:buNone/>
            </a:pPr>
            <a:r>
              <a:rPr b="1" lang="en-PH"/>
              <a:t>LIMITATION OF THE STUDY</a:t>
            </a:r>
          </a:p>
        </p:txBody>
      </p:sp>
      <p:sp>
        <p:nvSpPr>
          <p:cNvPr id="1048639" name="Google Shape;195;p6"/>
          <p:cNvSpPr txBox="1"/>
          <p:nvPr>
            <p:ph type="body" idx="1"/>
          </p:nvPr>
        </p:nvSpPr>
        <p:spPr>
          <a:xfrm>
            <a:off x="2589212" y="1493520"/>
            <a:ext cx="8911687" cy="4861560"/>
          </a:xfrm>
          <a:prstGeom prst="rect"/>
          <a:noFill/>
          <a:ln>
            <a:noFill/>
          </a:ln>
        </p:spPr>
        <p:txBody>
          <a:bodyPr anchor="t" anchorCtr="0" bIns="45700" lIns="91425" rIns="91425" spcFirstLastPara="1" tIns="45700" wrap="square">
            <a:normAutofit/>
          </a:bodyPr>
          <a:p>
            <a:pPr algn="just" indent="-342900" lvl="0" marL="342900" rtl="0">
              <a:spcBef>
                <a:spcPts val="0"/>
              </a:spcBef>
              <a:spcAft>
                <a:spcPts val="0"/>
              </a:spcAft>
              <a:buSzPct val="100000"/>
              <a:buChar char="?"/>
            </a:pPr>
            <a:r>
              <a:rPr sz="2600" lang="en-PH">
                <a:latin typeface="Arial"/>
                <a:ea typeface="Arial"/>
                <a:cs typeface="Arial"/>
                <a:sym typeface="Arial"/>
              </a:rPr>
              <a:t>Does not support integration with external databases or other library systems.</a:t>
            </a:r>
          </a:p>
          <a:p>
            <a:pPr algn="just" indent="-342900" lvl="0" marL="342900" rtl="0">
              <a:spcBef>
                <a:spcPts val="1000"/>
              </a:spcBef>
              <a:spcAft>
                <a:spcPts val="0"/>
              </a:spcAft>
              <a:buSzPct val="100000"/>
              <a:buChar char="?"/>
            </a:pPr>
            <a:r>
              <a:rPr sz="2600" lang="en-PH">
                <a:latin typeface="Arial"/>
                <a:ea typeface="Arial"/>
                <a:cs typeface="Arial"/>
                <a:sym typeface="Arial"/>
              </a:rPr>
              <a:t>Limited to managing physical books only; does not support e-book or digital materials.</a:t>
            </a:r>
          </a:p>
          <a:p>
            <a:pPr algn="just" indent="-342900" lvl="0" marL="342900" rtl="0">
              <a:spcBef>
                <a:spcPts val="1000"/>
              </a:spcBef>
              <a:spcAft>
                <a:spcPts val="0"/>
              </a:spcAft>
              <a:buSzPct val="100000"/>
              <a:buChar char="?"/>
            </a:pPr>
            <a:r>
              <a:rPr sz="2600" lang="en-PH">
                <a:latin typeface="Arial"/>
                <a:ea typeface="Arial"/>
                <a:cs typeface="Arial"/>
                <a:sym typeface="Arial"/>
              </a:rPr>
              <a:t>The system may not handle offline operations; requires constant internet connection if web-based.</a:t>
            </a:r>
          </a:p>
          <a:p>
            <a:pPr algn="just" indent="-342900" lvl="0" marL="342900" rtl="0">
              <a:spcBef>
                <a:spcPts val="1000"/>
              </a:spcBef>
              <a:spcAft>
                <a:spcPts val="0"/>
              </a:spcAft>
              <a:buSzPct val="100000"/>
              <a:buChar char="?"/>
            </a:pPr>
            <a:r>
              <a:rPr sz="2600" lang="en-PH">
                <a:latin typeface="Arial"/>
                <a:ea typeface="Arial"/>
                <a:cs typeface="Arial"/>
                <a:sym typeface="Arial"/>
              </a:rPr>
              <a:t>Does not include advanced recommendation features based on user borrowing history.</a:t>
            </a:r>
          </a:p>
          <a:p>
            <a:pPr algn="just" indent="-342900" lvl="0" marL="342900" rtl="0">
              <a:spcBef>
                <a:spcPts val="1000"/>
              </a:spcBef>
              <a:spcAft>
                <a:spcPts val="0"/>
              </a:spcAft>
              <a:buSzPct val="100000"/>
              <a:buChar char="?"/>
            </a:pPr>
            <a:r>
              <a:rPr sz="2600" lang="en-PH">
                <a:latin typeface="Arial"/>
                <a:ea typeface="Arial"/>
                <a:cs typeface="Arial"/>
                <a:sym typeface="Arial"/>
              </a:rPr>
              <a:t>Limited scalability; may not support large libraries with thousands of records efficiently.</a:t>
            </a:r>
          </a:p>
          <a:p>
            <a:pPr algn="just" indent="-342900" lvl="0" marL="342900" rtl="0">
              <a:spcBef>
                <a:spcPts val="1000"/>
              </a:spcBef>
              <a:spcAft>
                <a:spcPts val="0"/>
              </a:spcAft>
              <a:buSzPct val="100000"/>
              <a:buChar char="?"/>
            </a:pPr>
            <a:r>
              <a:rPr sz="2600" lang="en-PH">
                <a:latin typeface="Arial"/>
                <a:ea typeface="Arial"/>
                <a:cs typeface="Arial"/>
                <a:sym typeface="Arial"/>
              </a:rPr>
              <a:t>May lack automated notifications for due dates and overdue books unless integrated with an email/SMS system.</a:t>
            </a:r>
          </a:p>
          <a:p>
            <a:pPr algn="l" indent="-237172" lvl="0" marL="342900" rtl="0">
              <a:spcBef>
                <a:spcPts val="1000"/>
              </a:spcBef>
              <a:spcAft>
                <a:spcPts val="0"/>
              </a:spcAft>
              <a:buSzPct val="100000"/>
              <a:buNone/>
            </a:pPr>
            <a:r>
              <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8"/>
                                        </p:tgtEl>
                                        <p:attrNameLst>
                                          <p:attrName>style.visibility</p:attrName>
                                        </p:attrNameLst>
                                      </p:cBhvr>
                                      <p:to>
                                        <p:strVal val="visible"/>
                                      </p:to>
                                    </p:set>
                                    <p:animEffect transition="in" filter="fade">
                                      <p:cBhvr>
                                        <p:cTn dur="1000"/>
                                        <p:tgtEl>
                                          <p:spTgt spid="10486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9">
                                            <p:txEl>
                                              <p:pRg st="0" end="0"/>
                                            </p:txEl>
                                          </p:spTgt>
                                        </p:tgtEl>
                                        <p:attrNameLst>
                                          <p:attrName>style.visibility</p:attrName>
                                        </p:attrNameLst>
                                      </p:cBhvr>
                                      <p:to>
                                        <p:strVal val="visible"/>
                                      </p:to>
                                    </p:set>
                                    <p:animEffect transition="in" filter="fade">
                                      <p:cBhvr>
                                        <p:cTn dur="1000"/>
                                        <p:tgtEl>
                                          <p:spTgt spid="1048639">
                                            <p:txEl>
                                              <p:pRg st="0" end="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9">
                                            <p:txEl>
                                              <p:pRg st="1" end="1"/>
                                            </p:txEl>
                                          </p:spTgt>
                                        </p:tgtEl>
                                        <p:attrNameLst>
                                          <p:attrName>style.visibility</p:attrName>
                                        </p:attrNameLst>
                                      </p:cBhvr>
                                      <p:to>
                                        <p:strVal val="visible"/>
                                      </p:to>
                                    </p:set>
                                    <p:animEffect transition="in" filter="fade">
                                      <p:cBhvr>
                                        <p:cTn dur="1000"/>
                                        <p:tgtEl>
                                          <p:spTgt spid="1048639">
                                            <p:txEl>
                                              <p:pRg st="1" end="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9">
                                            <p:txEl>
                                              <p:pRg st="2" end="2"/>
                                            </p:txEl>
                                          </p:spTgt>
                                        </p:tgtEl>
                                        <p:attrNameLst>
                                          <p:attrName>style.visibility</p:attrName>
                                        </p:attrNameLst>
                                      </p:cBhvr>
                                      <p:to>
                                        <p:strVal val="visible"/>
                                      </p:to>
                                    </p:set>
                                    <p:animEffect transition="in" filter="fade">
                                      <p:cBhvr>
                                        <p:cTn dur="1000"/>
                                        <p:tgtEl>
                                          <p:spTgt spid="1048639">
                                            <p:txEl>
                                              <p:pRg st="2" end="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9">
                                            <p:txEl>
                                              <p:pRg st="3" end="3"/>
                                            </p:txEl>
                                          </p:spTgt>
                                        </p:tgtEl>
                                        <p:attrNameLst>
                                          <p:attrName>style.visibility</p:attrName>
                                        </p:attrNameLst>
                                      </p:cBhvr>
                                      <p:to>
                                        <p:strVal val="visible"/>
                                      </p:to>
                                    </p:set>
                                    <p:animEffect transition="in" filter="fade">
                                      <p:cBhvr>
                                        <p:cTn dur="1000"/>
                                        <p:tgtEl>
                                          <p:spTgt spid="1048639">
                                            <p:txEl>
                                              <p:pRg st="3" end="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9">
                                            <p:txEl>
                                              <p:pRg st="4" end="4"/>
                                            </p:txEl>
                                          </p:spTgt>
                                        </p:tgtEl>
                                        <p:attrNameLst>
                                          <p:attrName>style.visibility</p:attrName>
                                        </p:attrNameLst>
                                      </p:cBhvr>
                                      <p:to>
                                        <p:strVal val="visible"/>
                                      </p:to>
                                    </p:set>
                                    <p:animEffect transition="in" filter="fade">
                                      <p:cBhvr>
                                        <p:cTn dur="1000"/>
                                        <p:tgtEl>
                                          <p:spTgt spid="1048639">
                                            <p:txEl>
                                              <p:pRg st="4" end="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9">
                                            <p:txEl>
                                              <p:pRg st="5" end="5"/>
                                            </p:txEl>
                                          </p:spTgt>
                                        </p:tgtEl>
                                        <p:attrNameLst>
                                          <p:attrName>style.visibility</p:attrName>
                                        </p:attrNameLst>
                                      </p:cBhvr>
                                      <p:to>
                                        <p:strVal val="visible"/>
                                      </p:to>
                                    </p:set>
                                    <p:animEffect transition="in" filter="fade">
                                      <p:cBhvr>
                                        <p:cTn dur="1000"/>
                                        <p:tgtEl>
                                          <p:spTgt spid="1048639">
                                            <p:txEl>
                                              <p:pRg st="5" end="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39">
                                            <p:txEl>
                                              <p:pRg st="6" end="6"/>
                                            </p:txEl>
                                          </p:spTgt>
                                        </p:tgtEl>
                                        <p:attrNameLst>
                                          <p:attrName>style.visibility</p:attrName>
                                        </p:attrNameLst>
                                      </p:cBhvr>
                                      <p:to>
                                        <p:strVal val="visible"/>
                                      </p:to>
                                    </p:set>
                                    <p:animEffect transition="in" filter="fade">
                                      <p:cBhvr>
                                        <p:cTn dur="1000"/>
                                        <p:tgtEl>
                                          <p:spTgt spid="1048639">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2" name="Shape 199"/>
        <p:cNvGrpSpPr/>
        <p:nvPr/>
      </p:nvGrpSpPr>
      <p:grpSpPr>
        <a:xfrm>
          <a:off x="0" y="0"/>
          <a:ext cx="0" cy="0"/>
          <a:chOff x="0" y="0"/>
          <a:chExt cx="0" cy="0"/>
        </a:xfrm>
      </p:grpSpPr>
      <p:sp>
        <p:nvSpPr>
          <p:cNvPr id="1048642" name="Google Shape;200;p7"/>
          <p:cNvSpPr txBox="1"/>
          <p:nvPr>
            <p:ph type="title"/>
          </p:nvPr>
        </p:nvSpPr>
        <p:spPr>
          <a:xfrm>
            <a:off x="2592925" y="624110"/>
            <a:ext cx="8911687" cy="1280890"/>
          </a:xfrm>
          <a:prstGeom prst="rect"/>
          <a:noFill/>
          <a:ln>
            <a:noFill/>
          </a:ln>
        </p:spPr>
        <p:txBody>
          <a:bodyPr anchor="t" anchorCtr="0" bIns="45700" lIns="91425" rIns="91425" spcFirstLastPara="1" tIns="45700" wrap="square">
            <a:normAutofit/>
          </a:bodyPr>
          <a:p>
            <a:pPr algn="l" indent="0" lvl="0" marL="0" rtl="0">
              <a:spcBef>
                <a:spcPts val="0"/>
              </a:spcBef>
              <a:spcAft>
                <a:spcPts val="0"/>
              </a:spcAft>
              <a:buClr>
                <a:srgbClr val="262626"/>
              </a:buClr>
              <a:buSzPts val="3600"/>
              <a:buFont typeface="Century Gothic"/>
              <a:buNone/>
            </a:pPr>
            <a:r>
              <a:rPr b="1" lang="en-PH"/>
              <a:t>SYSTEM REQUIREMENTS</a:t>
            </a:r>
          </a:p>
        </p:txBody>
      </p:sp>
      <p:sp>
        <p:nvSpPr>
          <p:cNvPr id="1048643" name="Google Shape;201;p7"/>
          <p:cNvSpPr txBox="1"/>
          <p:nvPr>
            <p:ph type="body" idx="1"/>
          </p:nvPr>
        </p:nvSpPr>
        <p:spPr>
          <a:xfrm>
            <a:off x="2589212" y="1783080"/>
            <a:ext cx="8915400" cy="4602600"/>
          </a:xfrm>
          <a:prstGeom prst="rect"/>
          <a:noFill/>
          <a:ln>
            <a:noFill/>
          </a:ln>
        </p:spPr>
        <p:txBody>
          <a:bodyPr anchor="t" anchorCtr="0" bIns="45700" lIns="91425" rIns="91425" spcFirstLastPara="1" tIns="45700" wrap="square">
            <a:normAutofit/>
          </a:bodyPr>
          <a:p>
            <a:pPr algn="l" indent="-342900" lvl="0" marL="342900" rtl="0">
              <a:spcBef>
                <a:spcPts val="0"/>
              </a:spcBef>
              <a:spcAft>
                <a:spcPts val="0"/>
              </a:spcAft>
              <a:buSzPts val="2400"/>
              <a:buChar char="?"/>
            </a:pPr>
            <a:r>
              <a:rPr b="1" sz="2400" lang="en-PH">
                <a:latin typeface="Arial"/>
                <a:ea typeface="Arial"/>
                <a:cs typeface="Arial"/>
                <a:sym typeface="Arial"/>
              </a:rPr>
              <a:t> </a:t>
            </a:r>
            <a:r>
              <a:rPr b="1" sz="2800" lang="en-PH">
                <a:latin typeface="Arial"/>
                <a:ea typeface="Arial"/>
                <a:cs typeface="Arial"/>
                <a:sym typeface="Arial"/>
              </a:rPr>
              <a:t>Hardware Requirements</a:t>
            </a:r>
            <a:endParaRPr sz="2800">
              <a:latin typeface="Arial"/>
              <a:ea typeface="Arial"/>
              <a:cs typeface="Arial"/>
              <a:sym typeface="Arial"/>
            </a:endParaRPr>
          </a:p>
          <a:p>
            <a:pPr algn="l" indent="-342900" lvl="0" marL="342900" rtl="0">
              <a:spcBef>
                <a:spcPts val="1000"/>
              </a:spcBef>
              <a:spcAft>
                <a:spcPts val="0"/>
              </a:spcAft>
              <a:buSzPts val="2400"/>
              <a:buFont typeface="Noto Sans Symbols"/>
              <a:buChar char="❑"/>
            </a:pPr>
            <a:r>
              <a:rPr sz="2400" lang="en-PH">
                <a:latin typeface="Arial"/>
                <a:ea typeface="Arial"/>
                <a:cs typeface="Arial"/>
                <a:sym typeface="Arial"/>
              </a:rPr>
              <a:t>Processor: Minimum 2 GHz dual-core processor or higher</a:t>
            </a:r>
          </a:p>
          <a:p>
            <a:pPr algn="l" indent="-342900" lvl="0" marL="342900" rtl="0">
              <a:spcBef>
                <a:spcPts val="1000"/>
              </a:spcBef>
              <a:spcAft>
                <a:spcPts val="0"/>
              </a:spcAft>
              <a:buSzPts val="2400"/>
              <a:buFont typeface="Noto Sans Symbols"/>
              <a:buChar char="❑"/>
            </a:pPr>
            <a:r>
              <a:rPr sz="2400" lang="en-PH">
                <a:latin typeface="Arial"/>
                <a:ea typeface="Arial"/>
                <a:cs typeface="Arial"/>
                <a:sym typeface="Arial"/>
              </a:rPr>
              <a:t>RAM: At least 4 GB (8 GB recommended for better performance)</a:t>
            </a:r>
          </a:p>
          <a:p>
            <a:pPr algn="l" indent="-342900" lvl="0" marL="342900" rtl="0">
              <a:spcBef>
                <a:spcPts val="1000"/>
              </a:spcBef>
              <a:spcAft>
                <a:spcPts val="0"/>
              </a:spcAft>
              <a:buSzPts val="2400"/>
              <a:buFont typeface="Noto Sans Symbols"/>
              <a:buChar char="❑"/>
            </a:pPr>
            <a:r>
              <a:rPr sz="2400" lang="en-PH">
                <a:latin typeface="Arial"/>
                <a:ea typeface="Arial"/>
                <a:cs typeface="Arial"/>
                <a:sym typeface="Arial"/>
              </a:rPr>
              <a:t>Storage: Minimum 500 MB free disk space for installation, plus extra for database storage</a:t>
            </a:r>
          </a:p>
          <a:p>
            <a:pPr algn="l" indent="-342900" lvl="0" marL="342900" rtl="0">
              <a:spcBef>
                <a:spcPts val="1000"/>
              </a:spcBef>
              <a:spcAft>
                <a:spcPts val="0"/>
              </a:spcAft>
              <a:buSzPts val="2400"/>
              <a:buFont typeface="Noto Sans Symbols"/>
              <a:buChar char="❑"/>
            </a:pPr>
            <a:r>
              <a:rPr sz="2400" lang="en-PH">
                <a:latin typeface="Arial"/>
                <a:ea typeface="Arial"/>
                <a:cs typeface="Arial"/>
                <a:sym typeface="Arial"/>
              </a:rPr>
              <a:t>Display: Monitor with at least 1024x768 resolution</a:t>
            </a:r>
          </a:p>
          <a:p>
            <a:pPr algn="l" indent="-342900" lvl="0" marL="342900" rtl="0">
              <a:spcBef>
                <a:spcPts val="1000"/>
              </a:spcBef>
              <a:spcAft>
                <a:spcPts val="0"/>
              </a:spcAft>
              <a:buSzPts val="2400"/>
              <a:buFont typeface="Noto Sans Symbols"/>
              <a:buChar char="❑"/>
            </a:pPr>
            <a:r>
              <a:rPr sz="2400" lang="en-PH">
                <a:latin typeface="Arial"/>
                <a:ea typeface="Arial"/>
                <a:cs typeface="Arial"/>
                <a:sym typeface="Arial"/>
              </a:rPr>
              <a:t>Input Devices: Keyboard and mouse</a:t>
            </a:r>
          </a:p>
          <a:p>
            <a:pPr algn="l" indent="0" lvl="0" marL="0" rtl="0">
              <a:spcBef>
                <a:spcPts val="1000"/>
              </a:spcBef>
              <a:spcAft>
                <a:spcPts val="0"/>
              </a:spcAft>
              <a:buSzPts val="1800"/>
              <a:buNone/>
            </a:pPr>
            <a:r>
              <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42"/>
                                        </p:tgtEl>
                                        <p:attrNameLst>
                                          <p:attrName>style.visibility</p:attrName>
                                        </p:attrNameLst>
                                      </p:cBhvr>
                                      <p:to>
                                        <p:strVal val="visible"/>
                                      </p:to>
                                    </p:set>
                                    <p:animEffect transition="in" filter="fade">
                                      <p:cBhvr>
                                        <p:cTn dur="1000"/>
                                        <p:tgtEl>
                                          <p:spTgt spid="10486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8643">
                                            <p:txEl>
                                              <p:pRg st="0" end="0"/>
                                            </p:txEl>
                                          </p:spTgt>
                                        </p:tgtEl>
                                        <p:attrNameLst>
                                          <p:attrName>style.visibility</p:attrName>
                                        </p:attrNameLst>
                                      </p:cBhvr>
                                      <p:to>
                                        <p:strVal val="visible"/>
                                      </p:to>
                                    </p:set>
                                    <p:anim calcmode="lin" valueType="num">
                                      <p:cBhvr additive="base">
                                        <p:cTn dur="500"/>
                                        <p:tgtEl>
                                          <p:spTgt spid="1048643">
                                            <p:txEl>
                                              <p:pRg st="0" end="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8643">
                                            <p:txEl>
                                              <p:pRg st="1" end="1"/>
                                            </p:txEl>
                                          </p:spTgt>
                                        </p:tgtEl>
                                        <p:attrNameLst>
                                          <p:attrName>style.visibility</p:attrName>
                                        </p:attrNameLst>
                                      </p:cBhvr>
                                      <p:to>
                                        <p:strVal val="visible"/>
                                      </p:to>
                                    </p:set>
                                    <p:anim calcmode="lin" valueType="num">
                                      <p:cBhvr additive="base">
                                        <p:cTn dur="500"/>
                                        <p:tgtEl>
                                          <p:spTgt spid="1048643">
                                            <p:txEl>
                                              <p:pRg st="1" end="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8643">
                                            <p:txEl>
                                              <p:pRg st="2" end="2"/>
                                            </p:txEl>
                                          </p:spTgt>
                                        </p:tgtEl>
                                        <p:attrNameLst>
                                          <p:attrName>style.visibility</p:attrName>
                                        </p:attrNameLst>
                                      </p:cBhvr>
                                      <p:to>
                                        <p:strVal val="visible"/>
                                      </p:to>
                                    </p:set>
                                    <p:anim calcmode="lin" valueType="num">
                                      <p:cBhvr additive="base">
                                        <p:cTn dur="500"/>
                                        <p:tgtEl>
                                          <p:spTgt spid="1048643">
                                            <p:txEl>
                                              <p:pRg st="2" end="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8643">
                                            <p:txEl>
                                              <p:pRg st="3" end="3"/>
                                            </p:txEl>
                                          </p:spTgt>
                                        </p:tgtEl>
                                        <p:attrNameLst>
                                          <p:attrName>style.visibility</p:attrName>
                                        </p:attrNameLst>
                                      </p:cBhvr>
                                      <p:to>
                                        <p:strVal val="visible"/>
                                      </p:to>
                                    </p:set>
                                    <p:anim calcmode="lin" valueType="num">
                                      <p:cBhvr additive="base">
                                        <p:cTn dur="500"/>
                                        <p:tgtEl>
                                          <p:spTgt spid="1048643">
                                            <p:txEl>
                                              <p:pRg st="3" end="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8643">
                                            <p:txEl>
                                              <p:pRg st="4" end="4"/>
                                            </p:txEl>
                                          </p:spTgt>
                                        </p:tgtEl>
                                        <p:attrNameLst>
                                          <p:attrName>style.visibility</p:attrName>
                                        </p:attrNameLst>
                                      </p:cBhvr>
                                      <p:to>
                                        <p:strVal val="visible"/>
                                      </p:to>
                                    </p:set>
                                    <p:anim calcmode="lin" valueType="num">
                                      <p:cBhvr additive="base">
                                        <p:cTn dur="500"/>
                                        <p:tgtEl>
                                          <p:spTgt spid="1048643">
                                            <p:txEl>
                                              <p:pRg st="4" end="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8643">
                                            <p:txEl>
                                              <p:pRg st="5" end="5"/>
                                            </p:txEl>
                                          </p:spTgt>
                                        </p:tgtEl>
                                        <p:attrNameLst>
                                          <p:attrName>style.visibility</p:attrName>
                                        </p:attrNameLst>
                                      </p:cBhvr>
                                      <p:to>
                                        <p:strVal val="visible"/>
                                      </p:to>
                                    </p:set>
                                    <p:anim calcmode="lin" valueType="num">
                                      <p:cBhvr additive="base">
                                        <p:cTn dur="500"/>
                                        <p:tgtEl>
                                          <p:spTgt spid="1048643">
                                            <p:txEl>
                                              <p:pRg st="5" end="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8643">
                                            <p:txEl>
                                              <p:pRg st="6" end="6"/>
                                            </p:txEl>
                                          </p:spTgt>
                                        </p:tgtEl>
                                        <p:attrNameLst>
                                          <p:attrName>style.visibility</p:attrName>
                                        </p:attrNameLst>
                                      </p:cBhvr>
                                      <p:to>
                                        <p:strVal val="visible"/>
                                      </p:to>
                                    </p:set>
                                    <p:anim calcmode="lin" valueType="num">
                                      <p:cBhvr additive="base">
                                        <p:cTn dur="500"/>
                                        <p:tgtEl>
                                          <p:spTgt spid="1048643">
                                            <p:txEl>
                                              <p:pRg st="6" end="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5" name="Shape 205"/>
        <p:cNvGrpSpPr/>
        <p:nvPr/>
      </p:nvGrpSpPr>
      <p:grpSpPr>
        <a:xfrm>
          <a:off x="0" y="0"/>
          <a:ext cx="0" cy="0"/>
          <a:chOff x="0" y="0"/>
          <a:chExt cx="0" cy="0"/>
        </a:xfrm>
      </p:grpSpPr>
      <p:sp>
        <p:nvSpPr>
          <p:cNvPr id="1048646" name="Google Shape;206;p8"/>
          <p:cNvSpPr txBox="1"/>
          <p:nvPr>
            <p:ph type="body" idx="1"/>
          </p:nvPr>
        </p:nvSpPr>
        <p:spPr>
          <a:xfrm>
            <a:off x="2711132" y="1036320"/>
            <a:ext cx="8915400" cy="5516880"/>
          </a:xfrm>
          <a:prstGeom prst="rect"/>
          <a:noFill/>
          <a:ln>
            <a:noFill/>
          </a:ln>
        </p:spPr>
        <p:txBody>
          <a:bodyPr anchor="t" anchorCtr="0" bIns="45700" lIns="91425" rIns="91425" spcFirstLastPara="1" tIns="45700" wrap="square">
            <a:normAutofit/>
          </a:bodyPr>
          <a:p>
            <a:pPr algn="l" indent="-342900" lvl="0" marL="342900" rtl="0">
              <a:spcBef>
                <a:spcPts val="0"/>
              </a:spcBef>
              <a:spcAft>
                <a:spcPts val="0"/>
              </a:spcAft>
              <a:buSzPts val="2800"/>
              <a:buChar char="?"/>
            </a:pPr>
            <a:r>
              <a:rPr b="1" sz="2800" lang="en-PH">
                <a:latin typeface="Arial"/>
                <a:ea typeface="Arial"/>
                <a:cs typeface="Arial"/>
                <a:sym typeface="Arial"/>
              </a:rPr>
              <a:t>Software Requirements </a:t>
            </a:r>
            <a:endParaRPr sz="2800">
              <a:latin typeface="Arial"/>
              <a:ea typeface="Arial"/>
              <a:cs typeface="Arial"/>
              <a:sym typeface="Arial"/>
            </a:endParaRPr>
          </a:p>
          <a:p>
            <a:pPr algn="l" indent="-342900" lvl="0" marL="342900" rtl="0">
              <a:spcBef>
                <a:spcPts val="1000"/>
              </a:spcBef>
              <a:spcAft>
                <a:spcPts val="0"/>
              </a:spcAft>
              <a:buSzPts val="2400"/>
              <a:buFont typeface="Noto Sans Symbols"/>
              <a:buChar char="❑"/>
            </a:pPr>
            <a:r>
              <a:rPr sz="2400" lang="en-PH">
                <a:latin typeface="Arial"/>
                <a:ea typeface="Arial"/>
                <a:cs typeface="Arial"/>
                <a:sym typeface="Arial"/>
              </a:rPr>
              <a:t>Operating System: Windows 10 or higher, Linux, or macOS</a:t>
            </a:r>
          </a:p>
          <a:p>
            <a:pPr algn="l" indent="-342900" lvl="0" marL="342900" rtl="0">
              <a:spcBef>
                <a:spcPts val="1000"/>
              </a:spcBef>
              <a:spcAft>
                <a:spcPts val="0"/>
              </a:spcAft>
              <a:buSzPts val="2400"/>
              <a:buFont typeface="Noto Sans Symbols"/>
              <a:buChar char="❑"/>
            </a:pPr>
            <a:r>
              <a:rPr sz="2400" lang="en-PH">
                <a:latin typeface="Arial"/>
                <a:ea typeface="Arial"/>
                <a:cs typeface="Arial"/>
                <a:sym typeface="Arial"/>
              </a:rPr>
              <a:t>Database Management System: MySQL, PostgreSQL, or any supported RDBMS</a:t>
            </a:r>
          </a:p>
          <a:p>
            <a:pPr algn="l" indent="-342900" lvl="0" marL="342900" rtl="0">
              <a:spcBef>
                <a:spcPts val="1000"/>
              </a:spcBef>
              <a:spcAft>
                <a:spcPts val="0"/>
              </a:spcAft>
              <a:buSzPts val="2400"/>
              <a:buFont typeface="Noto Sans Symbols"/>
              <a:buChar char="❑"/>
            </a:pPr>
            <a:r>
              <a:rPr sz="2400" lang="en-PH">
                <a:latin typeface="Arial"/>
                <a:ea typeface="Arial"/>
                <a:cs typeface="Arial"/>
                <a:sym typeface="Arial"/>
              </a:rPr>
              <a:t>Runtime Environment: Java Runtime Environment (JRE) if built with Java, or NET Framework if build with NET.</a:t>
            </a:r>
          </a:p>
          <a:p>
            <a:pPr algn="l" indent="-342900" lvl="0" marL="342900" rtl="0">
              <a:spcBef>
                <a:spcPts val="1000"/>
              </a:spcBef>
              <a:spcAft>
                <a:spcPts val="0"/>
              </a:spcAft>
              <a:buSzPts val="2400"/>
              <a:buFont typeface="Noto Sans Symbols"/>
              <a:buChar char="❑"/>
            </a:pPr>
            <a:r>
              <a:rPr sz="2400" lang="en-PH">
                <a:latin typeface="Arial"/>
                <a:ea typeface="Arial"/>
                <a:cs typeface="Arial"/>
                <a:sym typeface="Arial"/>
              </a:rPr>
              <a:t>Web Server (if web-based): Apache, Nginx, or IIS</a:t>
            </a:r>
          </a:p>
          <a:p>
            <a:pPr algn="l" indent="-342900" lvl="0" marL="342900" rtl="0">
              <a:spcBef>
                <a:spcPts val="1000"/>
              </a:spcBef>
              <a:spcAft>
                <a:spcPts val="0"/>
              </a:spcAft>
              <a:buSzPts val="2400"/>
              <a:buFont typeface="Noto Sans Symbols"/>
              <a:buChar char="❑"/>
            </a:pPr>
            <a:r>
              <a:rPr sz="2400" lang="en-PH">
                <a:latin typeface="Arial"/>
                <a:ea typeface="Arial"/>
                <a:cs typeface="Arial"/>
                <a:sym typeface="Arial"/>
              </a:rPr>
              <a:t>Browser (if web-based): Latest versions od Chrome, Firefox, Edge, or Safari </a:t>
            </a:r>
          </a:p>
          <a:p>
            <a:pPr algn="l" indent="-228600" lvl="0" marL="342900" rtl="0">
              <a:spcBef>
                <a:spcPts val="1000"/>
              </a:spcBef>
              <a:spcAft>
                <a:spcPts val="0"/>
              </a:spcAft>
              <a:buSzPts val="1800"/>
              <a:buNone/>
            </a:pPr>
            <a:r>
              <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46">
                                            <p:txEl>
                                              <p:pRg st="0" end="0"/>
                                            </p:txEl>
                                          </p:spTgt>
                                        </p:tgtEl>
                                        <p:attrNameLst>
                                          <p:attrName>style.visibility</p:attrName>
                                        </p:attrNameLst>
                                      </p:cBhvr>
                                      <p:to>
                                        <p:strVal val="visible"/>
                                      </p:to>
                                    </p:set>
                                    <p:animEffect transition="in" filter="fade">
                                      <p:cBhvr>
                                        <p:cTn dur="1000"/>
                                        <p:tgtEl>
                                          <p:spTgt spid="1048646">
                                            <p:txEl>
                                              <p:pRg st="0" end="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46">
                                            <p:txEl>
                                              <p:pRg st="1" end="1"/>
                                            </p:txEl>
                                          </p:spTgt>
                                        </p:tgtEl>
                                        <p:attrNameLst>
                                          <p:attrName>style.visibility</p:attrName>
                                        </p:attrNameLst>
                                      </p:cBhvr>
                                      <p:to>
                                        <p:strVal val="visible"/>
                                      </p:to>
                                    </p:set>
                                    <p:animEffect transition="in" filter="fade">
                                      <p:cBhvr>
                                        <p:cTn dur="1000"/>
                                        <p:tgtEl>
                                          <p:spTgt spid="1048646">
                                            <p:txEl>
                                              <p:pRg st="1" end="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46">
                                            <p:txEl>
                                              <p:pRg st="2" end="2"/>
                                            </p:txEl>
                                          </p:spTgt>
                                        </p:tgtEl>
                                        <p:attrNameLst>
                                          <p:attrName>style.visibility</p:attrName>
                                        </p:attrNameLst>
                                      </p:cBhvr>
                                      <p:to>
                                        <p:strVal val="visible"/>
                                      </p:to>
                                    </p:set>
                                    <p:animEffect transition="in" filter="fade">
                                      <p:cBhvr>
                                        <p:cTn dur="1000"/>
                                        <p:tgtEl>
                                          <p:spTgt spid="1048646">
                                            <p:txEl>
                                              <p:pRg st="2" end="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46">
                                            <p:txEl>
                                              <p:pRg st="3" end="3"/>
                                            </p:txEl>
                                          </p:spTgt>
                                        </p:tgtEl>
                                        <p:attrNameLst>
                                          <p:attrName>style.visibility</p:attrName>
                                        </p:attrNameLst>
                                      </p:cBhvr>
                                      <p:to>
                                        <p:strVal val="visible"/>
                                      </p:to>
                                    </p:set>
                                    <p:animEffect transition="in" filter="fade">
                                      <p:cBhvr>
                                        <p:cTn dur="1000"/>
                                        <p:tgtEl>
                                          <p:spTgt spid="1048646">
                                            <p:txEl>
                                              <p:pRg st="3" end="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46">
                                            <p:txEl>
                                              <p:pRg st="4" end="4"/>
                                            </p:txEl>
                                          </p:spTgt>
                                        </p:tgtEl>
                                        <p:attrNameLst>
                                          <p:attrName>style.visibility</p:attrName>
                                        </p:attrNameLst>
                                      </p:cBhvr>
                                      <p:to>
                                        <p:strVal val="visible"/>
                                      </p:to>
                                    </p:set>
                                    <p:animEffect transition="in" filter="fade">
                                      <p:cBhvr>
                                        <p:cTn dur="1000"/>
                                        <p:tgtEl>
                                          <p:spTgt spid="1048646">
                                            <p:txEl>
                                              <p:pRg st="4" end="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46">
                                            <p:txEl>
                                              <p:pRg st="5" end="5"/>
                                            </p:txEl>
                                          </p:spTgt>
                                        </p:tgtEl>
                                        <p:attrNameLst>
                                          <p:attrName>style.visibility</p:attrName>
                                        </p:attrNameLst>
                                      </p:cBhvr>
                                      <p:to>
                                        <p:strVal val="visible"/>
                                      </p:to>
                                    </p:set>
                                    <p:animEffect transition="in" filter="fade">
                                      <p:cBhvr>
                                        <p:cTn dur="1000"/>
                                        <p:tgtEl>
                                          <p:spTgt spid="1048646">
                                            <p:txEl>
                                              <p:pRg st="5" end="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46">
                                            <p:txEl>
                                              <p:pRg st="6" end="6"/>
                                            </p:txEl>
                                          </p:spTgt>
                                        </p:tgtEl>
                                        <p:attrNameLst>
                                          <p:attrName>style.visibility</p:attrName>
                                        </p:attrNameLst>
                                      </p:cBhvr>
                                      <p:to>
                                        <p:strVal val="visible"/>
                                      </p:to>
                                    </p:set>
                                    <p:animEffect transition="in" filter="fade">
                                      <p:cBhvr>
                                        <p:cTn dur="1000"/>
                                        <p:tgtEl>
                                          <p:spTgt spid="1048646">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8" name="Shape 210"/>
        <p:cNvGrpSpPr/>
        <p:nvPr/>
      </p:nvGrpSpPr>
      <p:grpSpPr>
        <a:xfrm>
          <a:off x="0" y="0"/>
          <a:ext cx="0" cy="0"/>
          <a:chOff x="0" y="0"/>
          <a:chExt cx="0" cy="0"/>
        </a:xfrm>
      </p:grpSpPr>
      <p:sp>
        <p:nvSpPr>
          <p:cNvPr id="1048649" name="Google Shape;211;p9"/>
          <p:cNvSpPr txBox="1"/>
          <p:nvPr>
            <p:ph type="body" idx="1"/>
          </p:nvPr>
        </p:nvSpPr>
        <p:spPr>
          <a:xfrm>
            <a:off x="2924492" y="1082040"/>
            <a:ext cx="8915400" cy="4084320"/>
          </a:xfrm>
          <a:prstGeom prst="rect"/>
          <a:noFill/>
          <a:ln>
            <a:noFill/>
          </a:ln>
        </p:spPr>
        <p:txBody>
          <a:bodyPr anchor="t" anchorCtr="0" bIns="45700" lIns="91425" rIns="91425" spcFirstLastPara="1" tIns="45700" wrap="square">
            <a:normAutofit/>
          </a:bodyPr>
          <a:p>
            <a:pPr algn="l" indent="-342900" lvl="0" marL="342900" rtl="0">
              <a:spcBef>
                <a:spcPts val="0"/>
              </a:spcBef>
              <a:spcAft>
                <a:spcPts val="0"/>
              </a:spcAft>
              <a:buSzPts val="2800"/>
              <a:buChar char="?"/>
            </a:pPr>
            <a:r>
              <a:rPr b="1" sz="2800" lang="en-PH">
                <a:latin typeface="Arial"/>
                <a:ea typeface="Arial"/>
                <a:cs typeface="Arial"/>
                <a:sym typeface="Arial"/>
              </a:rPr>
              <a:t>Network Requirements</a:t>
            </a:r>
          </a:p>
          <a:p>
            <a:pPr algn="l" indent="0" lvl="0" marL="0" rtl="0">
              <a:spcBef>
                <a:spcPts val="1000"/>
              </a:spcBef>
              <a:spcAft>
                <a:spcPts val="0"/>
              </a:spcAft>
              <a:buSzPts val="2800"/>
              <a:buNone/>
            </a:pPr>
            <a:r>
              <a:t/>
            </a:r>
            <a:endParaRPr sz="2800">
              <a:latin typeface="Arial"/>
              <a:ea typeface="Arial"/>
              <a:cs typeface="Arial"/>
              <a:sym typeface="Arial"/>
            </a:endParaRPr>
          </a:p>
          <a:p>
            <a:pPr algn="l" indent="-342900" lvl="0" marL="342900" rtl="0">
              <a:spcBef>
                <a:spcPts val="1000"/>
              </a:spcBef>
              <a:spcAft>
                <a:spcPts val="0"/>
              </a:spcAft>
              <a:buSzPts val="2400"/>
              <a:buFont typeface="Noto Sans Symbols"/>
              <a:buChar char="❑"/>
            </a:pPr>
            <a:r>
              <a:rPr sz="2400" lang="en-PH">
                <a:latin typeface="Arial"/>
                <a:ea typeface="Arial"/>
                <a:cs typeface="Arial"/>
                <a:sym typeface="Arial"/>
              </a:rPr>
              <a:t>Stable internet connection for online access and multi-user environment.</a:t>
            </a:r>
          </a:p>
          <a:p>
            <a:pPr algn="l" indent="-342900" lvl="0" marL="342900" rtl="0">
              <a:spcBef>
                <a:spcPts val="1000"/>
              </a:spcBef>
              <a:spcAft>
                <a:spcPts val="0"/>
              </a:spcAft>
              <a:buSzPts val="2400"/>
              <a:buFont typeface="Noto Sans Symbols"/>
              <a:buChar char="❑"/>
            </a:pPr>
            <a:r>
              <a:rPr sz="2400" lang="en-PH">
                <a:latin typeface="Arial"/>
                <a:ea typeface="Arial"/>
                <a:cs typeface="Arial"/>
                <a:sym typeface="Arial"/>
              </a:rPr>
              <a:t>Local Area Network (LAN) support for internal network usage in libraries.</a:t>
            </a:r>
          </a:p>
          <a:p>
            <a:pPr algn="l" indent="-228600" lvl="0" marL="342900" rtl="0">
              <a:spcBef>
                <a:spcPts val="1000"/>
              </a:spcBef>
              <a:spcAft>
                <a:spcPts val="0"/>
              </a:spcAft>
              <a:buSzPts val="1800"/>
              <a:buNone/>
            </a:pPr>
            <a:r>
              <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49">
                                            <p:txEl>
                                              <p:pRg st="0" end="0"/>
                                            </p:txEl>
                                          </p:spTgt>
                                        </p:tgtEl>
                                        <p:attrNameLst>
                                          <p:attrName>style.visibility</p:attrName>
                                        </p:attrNameLst>
                                      </p:cBhvr>
                                      <p:to>
                                        <p:strVal val="visible"/>
                                      </p:to>
                                    </p:set>
                                    <p:animEffect transition="in" filter="fade">
                                      <p:cBhvr>
                                        <p:cTn dur="1000"/>
                                        <p:tgtEl>
                                          <p:spTgt spid="1048649">
                                            <p:txEl>
                                              <p:pRg st="0" end="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49">
                                            <p:txEl>
                                              <p:pRg st="1" end="1"/>
                                            </p:txEl>
                                          </p:spTgt>
                                        </p:tgtEl>
                                        <p:attrNameLst>
                                          <p:attrName>style.visibility</p:attrName>
                                        </p:attrNameLst>
                                      </p:cBhvr>
                                      <p:to>
                                        <p:strVal val="visible"/>
                                      </p:to>
                                    </p:set>
                                    <p:animEffect transition="in" filter="fade">
                                      <p:cBhvr>
                                        <p:cTn dur="1000"/>
                                        <p:tgtEl>
                                          <p:spTgt spid="1048649">
                                            <p:txEl>
                                              <p:pRg st="1" end="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49">
                                            <p:txEl>
                                              <p:pRg st="2" end="2"/>
                                            </p:txEl>
                                          </p:spTgt>
                                        </p:tgtEl>
                                        <p:attrNameLst>
                                          <p:attrName>style.visibility</p:attrName>
                                        </p:attrNameLst>
                                      </p:cBhvr>
                                      <p:to>
                                        <p:strVal val="visible"/>
                                      </p:to>
                                    </p:set>
                                    <p:animEffect transition="in" filter="fade">
                                      <p:cBhvr>
                                        <p:cTn dur="1000"/>
                                        <p:tgtEl>
                                          <p:spTgt spid="1048649">
                                            <p:txEl>
                                              <p:pRg st="2" end="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49">
                                            <p:txEl>
                                              <p:pRg st="3" end="3"/>
                                            </p:txEl>
                                          </p:spTgt>
                                        </p:tgtEl>
                                        <p:attrNameLst>
                                          <p:attrName>style.visibility</p:attrName>
                                        </p:attrNameLst>
                                      </p:cBhvr>
                                      <p:to>
                                        <p:strVal val="visible"/>
                                      </p:to>
                                    </p:set>
                                    <p:animEffect transition="in" filter="fade">
                                      <p:cBhvr>
                                        <p:cTn dur="1000"/>
                                        <p:tgtEl>
                                          <p:spTgt spid="1048649">
                                            <p:txEl>
                                              <p:pRg st="3" end="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49">
                                            <p:txEl>
                                              <p:pRg st="4" end="4"/>
                                            </p:txEl>
                                          </p:spTgt>
                                        </p:tgtEl>
                                        <p:attrNameLst>
                                          <p:attrName>style.visibility</p:attrName>
                                        </p:attrNameLst>
                                      </p:cBhvr>
                                      <p:to>
                                        <p:strVal val="visible"/>
                                      </p:to>
                                    </p:set>
                                    <p:animEffect transition="in" filter="fade">
                                      <p:cBhvr>
                                        <p:cTn dur="1000"/>
                                        <p:tgtEl>
                                          <p:spTgt spid="1048649">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61" name="Shape 215"/>
        <p:cNvGrpSpPr/>
        <p:nvPr/>
      </p:nvGrpSpPr>
      <p:grpSpPr>
        <a:xfrm>
          <a:off x="0" y="0"/>
          <a:ext cx="0" cy="0"/>
          <a:chOff x="0" y="0"/>
          <a:chExt cx="0" cy="0"/>
        </a:xfrm>
      </p:grpSpPr>
      <p:sp>
        <p:nvSpPr>
          <p:cNvPr id="1048652" name="Google Shape;216;p10"/>
          <p:cNvSpPr txBox="1"/>
          <p:nvPr>
            <p:ph type="body" idx="1"/>
          </p:nvPr>
        </p:nvSpPr>
        <p:spPr>
          <a:xfrm>
            <a:off x="3048000" y="1295400"/>
            <a:ext cx="8456612" cy="4615822"/>
          </a:xfrm>
          <a:prstGeom prst="rect"/>
          <a:noFill/>
          <a:ln>
            <a:noFill/>
          </a:ln>
        </p:spPr>
        <p:txBody>
          <a:bodyPr anchor="t" anchorCtr="0" bIns="45700" lIns="91425" rIns="91425" spcFirstLastPara="1" tIns="45700" wrap="square">
            <a:normAutofit/>
          </a:bodyPr>
          <a:p>
            <a:pPr algn="l" indent="-342900" lvl="0" marL="342900" rtl="0">
              <a:spcBef>
                <a:spcPts val="0"/>
              </a:spcBef>
              <a:spcAft>
                <a:spcPts val="0"/>
              </a:spcAft>
              <a:buSzPts val="3600"/>
              <a:buChar char="?"/>
            </a:pPr>
            <a:r>
              <a:rPr b="1" sz="3600" lang="en-PH">
                <a:latin typeface="Arial"/>
                <a:ea typeface="Arial"/>
                <a:cs typeface="Arial"/>
                <a:sym typeface="Arial"/>
              </a:rPr>
              <a:t>User Requirements </a:t>
            </a:r>
          </a:p>
          <a:p>
            <a:pPr algn="l" indent="0" lvl="0" marL="0" rtl="0">
              <a:spcBef>
                <a:spcPts val="1000"/>
              </a:spcBef>
              <a:spcAft>
                <a:spcPts val="0"/>
              </a:spcAft>
              <a:buSzPts val="3600"/>
              <a:buNone/>
            </a:pPr>
            <a:r>
              <a:t/>
            </a:r>
            <a:endParaRPr sz="3600">
              <a:latin typeface="Arial"/>
              <a:ea typeface="Arial"/>
              <a:cs typeface="Arial"/>
              <a:sym typeface="Arial"/>
            </a:endParaRPr>
          </a:p>
          <a:p>
            <a:pPr algn="l" indent="-342900" lvl="0" marL="342900" rtl="0">
              <a:spcBef>
                <a:spcPts val="1000"/>
              </a:spcBef>
              <a:spcAft>
                <a:spcPts val="0"/>
              </a:spcAft>
              <a:buSzPts val="2400"/>
              <a:buFont typeface="Noto Sans Symbols"/>
              <a:buChar char="❑"/>
            </a:pPr>
            <a:r>
              <a:rPr sz="2400" lang="en-PH">
                <a:latin typeface="Arial"/>
                <a:ea typeface="Arial"/>
                <a:cs typeface="Arial"/>
                <a:sym typeface="Arial"/>
              </a:rPr>
              <a:t>Different access levels foe libraries, members, and administrators.</a:t>
            </a:r>
          </a:p>
          <a:p>
            <a:pPr algn="l" indent="-342900" lvl="0" marL="342900" rtl="0">
              <a:spcBef>
                <a:spcPts val="1000"/>
              </a:spcBef>
              <a:spcAft>
                <a:spcPts val="0"/>
              </a:spcAft>
              <a:buSzPts val="2400"/>
              <a:buFont typeface="Noto Sans Symbols"/>
              <a:buChar char="❑"/>
            </a:pPr>
            <a:r>
              <a:rPr sz="2400" lang="en-PH">
                <a:latin typeface="Arial"/>
                <a:ea typeface="Arial"/>
                <a:cs typeface="Arial"/>
                <a:sym typeface="Arial"/>
              </a:rPr>
              <a:t>Use authentication via username and password.</a:t>
            </a:r>
          </a:p>
          <a:p>
            <a:pPr algn="l" indent="0" lvl="0" marL="0" rtl="0">
              <a:spcBef>
                <a:spcPts val="1000"/>
              </a:spcBef>
              <a:spcAft>
                <a:spcPts val="0"/>
              </a:spcAft>
              <a:buSzPts val="2400"/>
              <a:buNone/>
            </a:pPr>
            <a:r>
              <a:t/>
            </a:r>
            <a:endParaRPr sz="2400">
              <a:latin typeface="Arial"/>
              <a:ea typeface="Arial"/>
              <a:cs typeface="Arial"/>
              <a:sym typeface="Arial"/>
            </a:endParaRPr>
          </a:p>
          <a:p>
            <a:pPr algn="l" indent="-228600" lvl="0" marL="342900" rtl="0">
              <a:spcBef>
                <a:spcPts val="1000"/>
              </a:spcBef>
              <a:spcAft>
                <a:spcPts val="0"/>
              </a:spcAft>
              <a:buSzPts val="1800"/>
              <a:buNone/>
            </a:pPr>
            <a:r>
              <a:t/>
            </a: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52">
                                            <p:txEl>
                                              <p:pRg st="0" end="0"/>
                                            </p:txEl>
                                          </p:spTgt>
                                        </p:tgtEl>
                                        <p:attrNameLst>
                                          <p:attrName>style.visibility</p:attrName>
                                        </p:attrNameLst>
                                      </p:cBhvr>
                                      <p:to>
                                        <p:strVal val="visible"/>
                                      </p:to>
                                    </p:set>
                                    <p:animEffect transition="in" filter="fade">
                                      <p:cBhvr>
                                        <p:cTn dur="1000"/>
                                        <p:tgtEl>
                                          <p:spTgt spid="1048652">
                                            <p:txEl>
                                              <p:pRg st="0" end="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52">
                                            <p:txEl>
                                              <p:pRg st="1" end="1"/>
                                            </p:txEl>
                                          </p:spTgt>
                                        </p:tgtEl>
                                        <p:attrNameLst>
                                          <p:attrName>style.visibility</p:attrName>
                                        </p:attrNameLst>
                                      </p:cBhvr>
                                      <p:to>
                                        <p:strVal val="visible"/>
                                      </p:to>
                                    </p:set>
                                    <p:animEffect transition="in" filter="fade">
                                      <p:cBhvr>
                                        <p:cTn dur="1000"/>
                                        <p:tgtEl>
                                          <p:spTgt spid="1048652">
                                            <p:txEl>
                                              <p:pRg st="1" end="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52">
                                            <p:txEl>
                                              <p:pRg st="2" end="2"/>
                                            </p:txEl>
                                          </p:spTgt>
                                        </p:tgtEl>
                                        <p:attrNameLst>
                                          <p:attrName>style.visibility</p:attrName>
                                        </p:attrNameLst>
                                      </p:cBhvr>
                                      <p:to>
                                        <p:strVal val="visible"/>
                                      </p:to>
                                    </p:set>
                                    <p:animEffect transition="in" filter="fade">
                                      <p:cBhvr>
                                        <p:cTn dur="1000"/>
                                        <p:tgtEl>
                                          <p:spTgt spid="1048652">
                                            <p:txEl>
                                              <p:pRg st="2" end="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52">
                                            <p:txEl>
                                              <p:pRg st="3" end="3"/>
                                            </p:txEl>
                                          </p:spTgt>
                                        </p:tgtEl>
                                        <p:attrNameLst>
                                          <p:attrName>style.visibility</p:attrName>
                                        </p:attrNameLst>
                                      </p:cBhvr>
                                      <p:to>
                                        <p:strVal val="visible"/>
                                      </p:to>
                                    </p:set>
                                    <p:animEffect transition="in" filter="fade">
                                      <p:cBhvr>
                                        <p:cTn dur="1000"/>
                                        <p:tgtEl>
                                          <p:spTgt spid="1048652">
                                            <p:txEl>
                                              <p:pRg st="3" end="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52">
                                            <p:txEl>
                                              <p:pRg st="4" end="4"/>
                                            </p:txEl>
                                          </p:spTgt>
                                        </p:tgtEl>
                                        <p:attrNameLst>
                                          <p:attrName>style.visibility</p:attrName>
                                        </p:attrNameLst>
                                      </p:cBhvr>
                                      <p:to>
                                        <p:strVal val="visible"/>
                                      </p:to>
                                    </p:set>
                                    <p:animEffect transition="in" filter="fade">
                                      <p:cBhvr>
                                        <p:cTn dur="1000"/>
                                        <p:tgtEl>
                                          <p:spTgt spid="1048652">
                                            <p:txEl>
                                              <p:pRg st="4" end="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8652">
                                            <p:txEl>
                                              <p:pRg st="5" end="5"/>
                                            </p:txEl>
                                          </p:spTgt>
                                        </p:tgtEl>
                                        <p:attrNameLst>
                                          <p:attrName>style.visibility</p:attrName>
                                        </p:attrNameLst>
                                      </p:cBhvr>
                                      <p:to>
                                        <p:strVal val="visible"/>
                                      </p:to>
                                    </p:set>
                                    <p:animEffect transition="in" filter="fade">
                                      <p:cBhvr>
                                        <p:cTn dur="1000"/>
                                        <p:tgtEl>
                                          <p:spTgt spid="1048652">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4" name="Shape 220"/>
        <p:cNvGrpSpPr/>
        <p:nvPr/>
      </p:nvGrpSpPr>
      <p:grpSpPr>
        <a:xfrm>
          <a:off x="0" y="0"/>
          <a:ext cx="0" cy="0"/>
          <a:chOff x="0" y="0"/>
          <a:chExt cx="0" cy="0"/>
        </a:xfrm>
      </p:grpSpPr>
      <p:sp>
        <p:nvSpPr>
          <p:cNvPr id="1048655" name="Google Shape;221;p11"/>
          <p:cNvSpPr txBox="1"/>
          <p:nvPr>
            <p:ph type="title"/>
          </p:nvPr>
        </p:nvSpPr>
        <p:spPr>
          <a:xfrm>
            <a:off x="2592925" y="257868"/>
            <a:ext cx="8911800" cy="1281000"/>
          </a:xfrm>
          <a:prstGeom prst="rect"/>
          <a:noFill/>
          <a:ln>
            <a:noFill/>
          </a:ln>
        </p:spPr>
        <p:txBody>
          <a:bodyPr anchor="t" anchorCtr="0" bIns="45700" lIns="91425" rIns="91425" spcFirstLastPara="1" tIns="45700" wrap="square">
            <a:normAutofit/>
          </a:bodyPr>
          <a:p>
            <a:pPr algn="l" indent="0" lvl="0" marL="0" rtl="0">
              <a:spcBef>
                <a:spcPts val="0"/>
              </a:spcBef>
              <a:spcAft>
                <a:spcPts val="0"/>
              </a:spcAft>
              <a:buClr>
                <a:srgbClr val="262626"/>
              </a:buClr>
              <a:buSzPts val="3600"/>
              <a:buFont typeface="Century Gothic"/>
              <a:buNone/>
            </a:pPr>
            <a:r>
              <a:rPr b="1" lang="en-PH"/>
              <a:t>FLOWCHART</a:t>
            </a:r>
          </a:p>
        </p:txBody>
      </p:sp>
      <p:pic>
        <p:nvPicPr>
          <p:cNvPr id="2097152" name="Google Shape;222;p11" title="FLOWCHART IN DEFENSE 260 and 366 FINAL .jpg"/>
          <p:cNvPicPr preferRelativeResize="0">
            <a:picLocks/>
          </p:cNvPicPr>
          <p:nvPr/>
        </p:nvPicPr>
        <p:blipFill>
          <a:blip xmlns:r="http://schemas.openxmlformats.org/officeDocument/2006/relationships" r:embed="rId1">
            <a:alphaModFix/>
          </a:blip>
          <a:stretch>
            <a:fillRect/>
          </a:stretch>
        </p:blipFill>
        <p:spPr>
          <a:xfrm>
            <a:off x="840450" y="1313225"/>
            <a:ext cx="11038950" cy="4998299"/>
          </a:xfrm>
          <a:prstGeom prst="rect"/>
          <a:noFill/>
          <a:ln>
            <a:noFill/>
          </a:ln>
        </p:spPr>
      </p:pic>
    </p:spTree>
  </p:cSld>
  <p:clrMapOvr>
    <a:masterClrMapping/>
  </p:clrMapOvr>
</p:sld>
</file>

<file path=ppt/theme/theme1.xml><?xml version="1.0" encoding="utf-8"?>
<a:theme xmlns:a="http://schemas.openxmlformats.org/drawingml/2006/main"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ScaleCrop>0</ScaleCrop>
  <LinksUpToDate>0</LinksUpToDate>
</Properties>
</file>

<file path=docProps/core.xml><?xml version="1.0" encoding="utf-8"?>
<cp:coreProperties xmlns:cp="http://schemas.openxmlformats.org/package/2006/metadata/core-properties" xmlns:dc="http://purl.org/dc/elements/1.1/" xmlns:dcterms="http://purl.org/dc/terms/" xmlns:xsi="http://www.w3.org/2001/XMLSchema-instance">
  <dc:creator>Liza Mae Alimocon</dc:creator>
  <dcterms:created xsi:type="dcterms:W3CDTF">2025-11-14T03:11:31Z</dcterms:created>
  <dcterms:modified xsi:type="dcterms:W3CDTF">2025-11-27T11:56:20Z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188ec61bb0df433db438c3045bc8e1f4</vt:lpwstr>
  </property>
</Properties>
</file>